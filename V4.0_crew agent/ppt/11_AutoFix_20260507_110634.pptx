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92" r:id="rId3"/>
  </p:sldIdLst>
  <p:sldSz cx="9144000" cy="5143500" type="screen16x9"/>
  <p:notesSz cx="6858000" cy="9144000"/>
  <p:defaultTextStyle>
    <a:defPPr>
      <a:defRPr lang="zh-CN"/>
    </a:defPPr>
    <a:lvl1pPr marL="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14" userDrawn="1">
          <p15:clr>
            <a:srgbClr val="A4A3A4"/>
          </p15:clr>
        </p15:guide>
        <p15:guide id="2" pos="126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A4776"/>
    <a:srgbClr val="5A9FCF"/>
    <a:srgbClr val="1D72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340" autoAdjust="0"/>
    <p:restoredTop sz="93923" autoAdjust="0"/>
  </p:normalViewPr>
  <p:slideViewPr>
    <p:cSldViewPr snapToGrid="0" showGuides="1">
      <p:cViewPr varScale="1">
        <p:scale>
          <a:sx n="110" d="100"/>
          <a:sy n="110" d="100"/>
        </p:scale>
        <p:origin x="534" y="354"/>
      </p:cViewPr>
      <p:guideLst>
        <p:guide orient="horz" pos="1614"/>
        <p:guide pos="126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1ABA7B-9EDF-46FF-8B8F-94327800FA0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23A3A3-2188-464F-9072-FE8FD80D17D5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40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0">
        <p:fade/>
      </p:transition>
    </mc:Choice>
    <mc:Fallback>
      <p:transition spd="med" advTm="0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0">
        <p:fade/>
      </p:transition>
    </mc:Choice>
    <mc:Fallback>
      <p:transition spd="med" advTm="0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0">
        <p:fade/>
      </p:transition>
    </mc:Choice>
    <mc:Fallback>
      <p:transition spd="med" advTm="0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0">
        <p:fade/>
      </p:transition>
    </mc:Choice>
    <mc:Fallback>
      <p:transition spd="med" advTm="0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4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4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0">
        <p:fade/>
      </p:transition>
    </mc:Choice>
    <mc:Fallback>
      <p:transition spd="med" advTm="0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0">
        <p:fade/>
      </p:transition>
    </mc:Choice>
    <mc:Fallback>
      <p:transition spd="med" advTm="0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0">
        <p:fade/>
      </p:transition>
    </mc:Choice>
    <mc:Fallback>
      <p:transition spd="med" advTm="0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100"/>
            </a:lvl2pPr>
            <a:lvl3pPr marL="685800" indent="0">
              <a:buNone/>
              <a:defRPr sz="900"/>
            </a:lvl3pPr>
            <a:lvl4pPr marL="1028700" indent="0">
              <a:buNone/>
              <a:defRPr sz="800"/>
            </a:lvl4pPr>
            <a:lvl5pPr marL="1371600" indent="0">
              <a:buNone/>
              <a:defRPr sz="800"/>
            </a:lvl5pPr>
            <a:lvl6pPr marL="1714500" indent="0">
              <a:buNone/>
              <a:defRPr sz="800"/>
            </a:lvl6pPr>
            <a:lvl7pPr marL="2057400" indent="0">
              <a:buNone/>
              <a:defRPr sz="800"/>
            </a:lvl7pPr>
            <a:lvl8pPr marL="2400300" indent="0">
              <a:buNone/>
              <a:defRPr sz="800"/>
            </a:lvl8pPr>
            <a:lvl9pPr marL="2743200" indent="0">
              <a:buNone/>
              <a:defRPr sz="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0">
        <p:fade/>
      </p:transition>
    </mc:Choice>
    <mc:Fallback>
      <p:transition spd="med" advTm="0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100"/>
            </a:lvl2pPr>
            <a:lvl3pPr marL="685800" indent="0">
              <a:buNone/>
              <a:defRPr sz="900"/>
            </a:lvl3pPr>
            <a:lvl4pPr marL="1028700" indent="0">
              <a:buNone/>
              <a:defRPr sz="800"/>
            </a:lvl4pPr>
            <a:lvl5pPr marL="1371600" indent="0">
              <a:buNone/>
              <a:defRPr sz="800"/>
            </a:lvl5pPr>
            <a:lvl6pPr marL="1714500" indent="0">
              <a:buNone/>
              <a:defRPr sz="800"/>
            </a:lvl6pPr>
            <a:lvl7pPr marL="2057400" indent="0">
              <a:buNone/>
              <a:defRPr sz="800"/>
            </a:lvl7pPr>
            <a:lvl8pPr marL="2400300" indent="0">
              <a:buNone/>
              <a:defRPr sz="800"/>
            </a:lvl8pPr>
            <a:lvl9pPr marL="2743200" indent="0">
              <a:buNone/>
              <a:defRPr sz="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0">
        <p:fade/>
      </p:transition>
    </mc:Choice>
    <mc:Fallback>
      <p:transition spd="med" advTm="0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0">
        <p:fade/>
      </p:transition>
    </mc:Choice>
    <mc:Fallback>
      <p:transition spd="med" advTm="0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0">
        <p:fade/>
      </p:transition>
    </mc:Choice>
    <mc:Fallback>
      <p:transition spd="med" advTm="0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68580" tIns="34290" rIns="68580" bIns="3429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spd="med" p14:dur="700" advTm="0">
        <p:fade/>
      </p:transition>
    </mc:Choice>
    <mc:Fallback>
      <p:transition spd="med" advTm="0">
        <p:fade/>
      </p:transition>
    </mc:Fallback>
  </mc:AlternateConten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1.xml"/><Relationship Id="rId2" Type="http://schemas.openxmlformats.org/officeDocument/2006/relationships/tags" Target="../tags/tag2.xml"/><Relationship Id="rId3" Type="http://schemas.openxmlformats.org/officeDocument/2006/relationships/image" Target="../media/image1.png"/><Relationship Id="rId4" Type="http://schemas.openxmlformats.org/officeDocument/2006/relationships/tags" Target="../tags/tag3.xml"/><Relationship Id="rId5" Type="http://schemas.openxmlformats.org/officeDocument/2006/relationships/tags" Target="../tags/tag4.xml"/><Relationship Id="rId6" Type="http://schemas.openxmlformats.org/officeDocument/2006/relationships/tags" Target="../tags/tag5.xml"/><Relationship Id="rId7" Type="http://schemas.openxmlformats.org/officeDocument/2006/relationships/image" Target="../media/image2.png"/><Relationship Id="rId8" Type="http://schemas.openxmlformats.org/officeDocument/2006/relationships/tags" Target="../tags/tag6.xml"/><Relationship Id="rId9" Type="http://schemas.openxmlformats.org/officeDocument/2006/relationships/image" Target="../media/image3.png"/><Relationship Id="rId10" Type="http://schemas.openxmlformats.org/officeDocument/2006/relationships/tags" Target="../tags/tag7.xml"/><Relationship Id="rId11" Type="http://schemas.openxmlformats.org/officeDocument/2006/relationships/tags" Target="../tags/tag8.xml"/><Relationship Id="rId12" Type="http://schemas.openxmlformats.org/officeDocument/2006/relationships/tags" Target="../tags/tag9.xml"/><Relationship Id="rId13" Type="http://schemas.openxmlformats.org/officeDocument/2006/relationships/tags" Target="../tags/tag10.xml"/><Relationship Id="rId14" Type="http://schemas.openxmlformats.org/officeDocument/2006/relationships/tags" Target="../tags/tag11.xml"/><Relationship Id="rId15" Type="http://schemas.openxmlformats.org/officeDocument/2006/relationships/tags" Target="../tags/tag12.xml"/><Relationship Id="rId16" Type="http://schemas.openxmlformats.org/officeDocument/2006/relationships/tags" Target="../tags/tag13.xml"/><Relationship Id="rId17" Type="http://schemas.openxmlformats.org/officeDocument/2006/relationships/tags" Target="../tags/tag14.xml"/><Relationship Id="rId18" Type="http://schemas.openxmlformats.org/officeDocument/2006/relationships/tags" Target="../tags/tag15.xml"/><Relationship Id="rId19" Type="http://schemas.openxmlformats.org/officeDocument/2006/relationships/tags" Target="../tags/tag16.xml"/><Relationship Id="rId20" Type="http://schemas.openxmlformats.org/officeDocument/2006/relationships/tags" Target="../tags/tag17.xml"/><Relationship Id="rId21" Type="http://schemas.openxmlformats.org/officeDocument/2006/relationships/tags" Target="../tags/tag18.xml"/><Relationship Id="rId22" Type="http://schemas.openxmlformats.org/officeDocument/2006/relationships/tags" Target="../tags/tag19.xml"/><Relationship Id="rId23" Type="http://schemas.openxmlformats.org/officeDocument/2006/relationships/tags" Target="../tags/tag20.xml"/><Relationship Id="rId24" Type="http://schemas.openxmlformats.org/officeDocument/2006/relationships/tags" Target="../tags/tag21.xml"/><Relationship Id="rId25" Type="http://schemas.openxmlformats.org/officeDocument/2006/relationships/tags" Target="../tags/tag22.xml"/><Relationship Id="rId26" Type="http://schemas.openxmlformats.org/officeDocument/2006/relationships/tags" Target="../tags/tag23.xml"/><Relationship Id="rId27" Type="http://schemas.openxmlformats.org/officeDocument/2006/relationships/tags" Target="../tags/tag24.xml"/><Relationship Id="rId28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A_矩形 3"/>
          <p:cNvSpPr/>
          <p:nvPr>
            <p:custDataLst>
              <p:tags r:id="rId1"/>
            </p:custDataLst>
          </p:nvPr>
        </p:nvSpPr>
        <p:spPr>
          <a:xfrm>
            <a:off x="0" y="0"/>
            <a:ext cx="9144000" cy="5143500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5000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spcCol="0" rtlCol="0" anchor="ctr"/>
          <a:lstStyle/>
          <a:p>
            <a:pPr algn="ctr"/>
            <a:endParaRPr lang="zh-CN" altLang="en-US"/>
          </a:p>
        </p:txBody>
      </p:sp>
      <p:pic>
        <p:nvPicPr>
          <p:cNvPr id="5" name="PA_图片 2" descr="F:\案例二\394\1.png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 rotWithShape="1">
          <a:blip r:embed="rId3" cstate="print"/>
          <a:srcRect l="-20264"/>
          <a:stretch>
            <a:fillRect/>
          </a:stretch>
        </p:blipFill>
        <p:spPr bwMode="auto">
          <a:xfrm rot="21214532" flipH="1">
            <a:off x="-435985" y="-197304"/>
            <a:ext cx="2442770" cy="1580922"/>
          </a:xfrm>
          <a:prstGeom prst="rect">
            <a:avLst/>
          </a:prstGeom>
          <a:noFill/>
          <a:effectLst>
            <a:outerShdw blurRad="342900" dist="1397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9" name="PA_组合 8"/>
          <p:cNvGrpSpPr/>
          <p:nvPr>
            <p:custDataLst>
              <p:tags r:id="rId4"/>
            </p:custDataLst>
          </p:nvPr>
        </p:nvGrpSpPr>
        <p:grpSpPr>
          <a:xfrm>
            <a:off x="273534" y="260272"/>
            <a:ext cx="598948" cy="598948"/>
            <a:chOff x="2494238" y="1545926"/>
            <a:chExt cx="1170130" cy="1170130"/>
          </a:xfrm>
        </p:grpSpPr>
        <p:sp>
          <p:nvSpPr>
            <p:cNvPr id="10" name="椭圆 9"/>
            <p:cNvSpPr/>
            <p:nvPr/>
          </p:nvSpPr>
          <p:spPr>
            <a:xfrm>
              <a:off x="2494238" y="1545926"/>
              <a:ext cx="1170130" cy="1170130"/>
            </a:xfrm>
            <a:prstGeom prst="ellipse">
              <a:avLst/>
            </a:prstGeom>
            <a:gradFill flip="none" rotWithShape="1">
              <a:gsLst>
                <a:gs pos="100000">
                  <a:srgbClr val="FCFCFC"/>
                </a:gs>
                <a:gs pos="0">
                  <a:srgbClr val="CCCCCC"/>
                </a:gs>
              </a:gsLst>
              <a:lin ang="7200000" scaled="0"/>
              <a:tileRect/>
            </a:gradFill>
            <a:ln w="12700">
              <a:gradFill>
                <a:gsLst>
                  <a:gs pos="89000">
                    <a:schemeClr val="bg1">
                      <a:lumMod val="85000"/>
                    </a:schemeClr>
                  </a:gs>
                  <a:gs pos="0">
                    <a:schemeClr val="bg1"/>
                  </a:gs>
                </a:gsLst>
                <a:lin ang="7200000" scaled="0"/>
              </a:gradFill>
            </a:ln>
            <a:effectLst>
              <a:outerShdw blurRad="254000" dist="127000" dir="8160000" algn="tr" rotWithShape="0">
                <a:prstClr val="black">
                  <a:alpha val="34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椭圆 10"/>
            <p:cNvSpPr/>
            <p:nvPr/>
          </p:nvSpPr>
          <p:spPr>
            <a:xfrm>
              <a:off x="2633023" y="1684711"/>
              <a:ext cx="892559" cy="892559"/>
            </a:xfrm>
            <a:prstGeom prst="ellipse">
              <a:avLst/>
            </a:prstGeom>
            <a:solidFill>
              <a:srgbClr val="0A4776"/>
            </a:solidFill>
            <a:ln>
              <a:noFill/>
            </a:ln>
            <a:effectLst>
              <a:innerShdw blurRad="63500" dist="50800" dir="18900000">
                <a:prstClr val="black">
                  <a:alpha val="34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4" name="PA_矩形 13"/>
          <p:cNvSpPr/>
          <p:nvPr>
            <p:custDataLst>
              <p:tags r:id="rId5"/>
            </p:custDataLst>
          </p:nvPr>
        </p:nvSpPr>
        <p:spPr>
          <a:xfrm>
            <a:off x="964268" y="362324"/>
            <a:ext cx="3430860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0A47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人员</a:t>
            </a:r>
            <a:r>
              <a:rPr lang="zh-CN" altLang="en-US" sz="2400" b="1" dirty="0">
                <a:solidFill>
                  <a:srgbClr val="0A47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排配</a:t>
            </a:r>
            <a:endParaRPr lang="zh-CN" altLang="en-US" sz="2400" b="1" dirty="0">
              <a:solidFill>
                <a:srgbClr val="0A477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5" name="PA_图片 2" descr="F:\案例二\394\1.png"/>
          <p:cNvPicPr preferRelativeResize="0">
            <a:picLocks noChangeArrowheads="1"/>
          </p:cNvPicPr>
          <p:nvPr>
            <p:custDataLst>
              <p:tags r:id="rId6"/>
            </p:custDataLst>
          </p:nvPr>
        </p:nvPicPr>
        <p:blipFill rotWithShape="1">
          <a:blip r:embed="rId7" cstate="print"/>
          <a:srcRect/>
          <a:stretch>
            <a:fillRect/>
          </a:stretch>
        </p:blipFill>
        <p:spPr bwMode="auto">
          <a:xfrm>
            <a:off x="0" y="5107500"/>
            <a:ext cx="9144000" cy="54000"/>
          </a:xfrm>
          <a:prstGeom prst="rect">
            <a:avLst/>
          </a:prstGeom>
          <a:noFill/>
          <a:effectLst>
            <a:outerShdw blurRad="342900" dist="139700" dir="12060000" sx="102000" sy="102000" algn="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A_图片 4" descr="G:\稻壳儿\5\miracomunicazione\shadow3.png"/>
          <p:cNvPicPr>
            <a:picLocks noChangeAspect="1" noChangeArrowheads="1"/>
          </p:cNvPicPr>
          <p:nvPr>
            <p:custDataLst>
              <p:tags r:id="rId8"/>
            </p:custDataLst>
          </p:nvPr>
        </p:nvPicPr>
        <p:blipFill>
          <a:blip r:embed="rId9" cstate="print"/>
          <a:srcRect/>
          <a:stretch>
            <a:fillRect/>
          </a:stretch>
        </p:blipFill>
        <p:spPr bwMode="auto">
          <a:xfrm flipV="1">
            <a:off x="0" y="4733924"/>
            <a:ext cx="9144000" cy="3735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9" name="PA_任意多边形 71"/>
          <p:cNvSpPr>
            <a:spLocks noEditPoints="1"/>
          </p:cNvSpPr>
          <p:nvPr>
            <p:custDataLst>
              <p:tags r:id="rId10"/>
            </p:custDataLst>
          </p:nvPr>
        </p:nvSpPr>
        <p:spPr bwMode="auto">
          <a:xfrm>
            <a:off x="464420" y="458013"/>
            <a:ext cx="217173" cy="203464"/>
          </a:xfrm>
          <a:custGeom>
            <a:avLst/>
            <a:gdLst/>
            <a:ahLst/>
            <a:cxnLst>
              <a:cxn ang="0">
                <a:pos x="65" y="22"/>
              </a:cxn>
              <a:cxn ang="0">
                <a:pos x="26" y="45"/>
              </a:cxn>
              <a:cxn ang="0">
                <a:pos x="0" y="26"/>
              </a:cxn>
              <a:cxn ang="0">
                <a:pos x="39" y="0"/>
              </a:cxn>
              <a:cxn ang="0">
                <a:pos x="65" y="22"/>
              </a:cxn>
              <a:cxn ang="0">
                <a:pos x="65" y="69"/>
              </a:cxn>
              <a:cxn ang="0">
                <a:pos x="39" y="91"/>
              </a:cxn>
              <a:cxn ang="0">
                <a:pos x="0" y="67"/>
              </a:cxn>
              <a:cxn ang="0">
                <a:pos x="26" y="45"/>
              </a:cxn>
              <a:cxn ang="0">
                <a:pos x="65" y="69"/>
              </a:cxn>
              <a:cxn ang="0">
                <a:pos x="101" y="97"/>
              </a:cxn>
              <a:cxn ang="0">
                <a:pos x="65" y="119"/>
              </a:cxn>
              <a:cxn ang="0">
                <a:pos x="65" y="119"/>
              </a:cxn>
              <a:cxn ang="0">
                <a:pos x="65" y="119"/>
              </a:cxn>
              <a:cxn ang="0">
                <a:pos x="65" y="119"/>
              </a:cxn>
              <a:cxn ang="0">
                <a:pos x="65" y="119"/>
              </a:cxn>
              <a:cxn ang="0">
                <a:pos x="26" y="97"/>
              </a:cxn>
              <a:cxn ang="0">
                <a:pos x="26" y="89"/>
              </a:cxn>
              <a:cxn ang="0">
                <a:pos x="39" y="95"/>
              </a:cxn>
              <a:cxn ang="0">
                <a:pos x="65" y="74"/>
              </a:cxn>
              <a:cxn ang="0">
                <a:pos x="65" y="74"/>
              </a:cxn>
              <a:cxn ang="0">
                <a:pos x="65" y="74"/>
              </a:cxn>
              <a:cxn ang="0">
                <a:pos x="65" y="74"/>
              </a:cxn>
              <a:cxn ang="0">
                <a:pos x="65" y="74"/>
              </a:cxn>
              <a:cxn ang="0">
                <a:pos x="91" y="95"/>
              </a:cxn>
              <a:cxn ang="0">
                <a:pos x="101" y="89"/>
              </a:cxn>
              <a:cxn ang="0">
                <a:pos x="101" y="97"/>
              </a:cxn>
              <a:cxn ang="0">
                <a:pos x="127" y="26"/>
              </a:cxn>
              <a:cxn ang="0">
                <a:pos x="101" y="45"/>
              </a:cxn>
              <a:cxn ang="0">
                <a:pos x="65" y="22"/>
              </a:cxn>
              <a:cxn ang="0">
                <a:pos x="91" y="0"/>
              </a:cxn>
              <a:cxn ang="0">
                <a:pos x="127" y="26"/>
              </a:cxn>
              <a:cxn ang="0">
                <a:pos x="127" y="67"/>
              </a:cxn>
              <a:cxn ang="0">
                <a:pos x="91" y="91"/>
              </a:cxn>
              <a:cxn ang="0">
                <a:pos x="65" y="69"/>
              </a:cxn>
              <a:cxn ang="0">
                <a:pos x="101" y="45"/>
              </a:cxn>
              <a:cxn ang="0">
                <a:pos x="127" y="67"/>
              </a:cxn>
            </a:cxnLst>
            <a:rect l="0" t="0" r="r" b="b"/>
            <a:pathLst>
              <a:path w="127" h="119">
                <a:moveTo>
                  <a:pt x="65" y="22"/>
                </a:moveTo>
                <a:lnTo>
                  <a:pt x="26" y="45"/>
                </a:lnTo>
                <a:lnTo>
                  <a:pt x="0" y="26"/>
                </a:lnTo>
                <a:lnTo>
                  <a:pt x="39" y="0"/>
                </a:lnTo>
                <a:lnTo>
                  <a:pt x="65" y="22"/>
                </a:lnTo>
                <a:close/>
                <a:moveTo>
                  <a:pt x="65" y="69"/>
                </a:moveTo>
                <a:lnTo>
                  <a:pt x="39" y="91"/>
                </a:lnTo>
                <a:lnTo>
                  <a:pt x="0" y="67"/>
                </a:lnTo>
                <a:lnTo>
                  <a:pt x="26" y="45"/>
                </a:lnTo>
                <a:lnTo>
                  <a:pt x="65" y="69"/>
                </a:lnTo>
                <a:close/>
                <a:moveTo>
                  <a:pt x="101" y="97"/>
                </a:moveTo>
                <a:lnTo>
                  <a:pt x="65" y="119"/>
                </a:lnTo>
                <a:lnTo>
                  <a:pt x="65" y="119"/>
                </a:lnTo>
                <a:lnTo>
                  <a:pt x="65" y="119"/>
                </a:lnTo>
                <a:lnTo>
                  <a:pt x="65" y="119"/>
                </a:lnTo>
                <a:lnTo>
                  <a:pt x="65" y="119"/>
                </a:lnTo>
                <a:lnTo>
                  <a:pt x="26" y="97"/>
                </a:lnTo>
                <a:lnTo>
                  <a:pt x="26" y="89"/>
                </a:lnTo>
                <a:lnTo>
                  <a:pt x="39" y="95"/>
                </a:lnTo>
                <a:lnTo>
                  <a:pt x="65" y="74"/>
                </a:lnTo>
                <a:lnTo>
                  <a:pt x="65" y="74"/>
                </a:lnTo>
                <a:lnTo>
                  <a:pt x="65" y="74"/>
                </a:lnTo>
                <a:lnTo>
                  <a:pt x="65" y="74"/>
                </a:lnTo>
                <a:lnTo>
                  <a:pt x="65" y="74"/>
                </a:lnTo>
                <a:lnTo>
                  <a:pt x="91" y="95"/>
                </a:lnTo>
                <a:lnTo>
                  <a:pt x="101" y="89"/>
                </a:lnTo>
                <a:lnTo>
                  <a:pt x="101" y="97"/>
                </a:lnTo>
                <a:close/>
                <a:moveTo>
                  <a:pt x="127" y="26"/>
                </a:moveTo>
                <a:lnTo>
                  <a:pt x="101" y="45"/>
                </a:lnTo>
                <a:lnTo>
                  <a:pt x="65" y="22"/>
                </a:lnTo>
                <a:lnTo>
                  <a:pt x="91" y="0"/>
                </a:lnTo>
                <a:lnTo>
                  <a:pt x="127" y="26"/>
                </a:lnTo>
                <a:close/>
                <a:moveTo>
                  <a:pt x="127" y="67"/>
                </a:moveTo>
                <a:lnTo>
                  <a:pt x="91" y="91"/>
                </a:lnTo>
                <a:lnTo>
                  <a:pt x="65" y="69"/>
                </a:lnTo>
                <a:lnTo>
                  <a:pt x="101" y="45"/>
                </a:lnTo>
                <a:lnTo>
                  <a:pt x="127" y="67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</a:ln>
        </p:spPr>
        <p:txBody>
          <a:bodyPr vert="horz" wrap="square" lIns="124358" tIns="62179" rIns="124358" bIns="62179" numCol="1" anchor="t" anchorCtr="0" compatLnSpc="1"/>
          <a:lstStyle/>
          <a:p>
            <a:endParaRPr lang="en-US"/>
          </a:p>
        </p:txBody>
      </p:sp>
      <p:sp>
        <p:nvSpPr>
          <p:cNvPr id="38" name="PA_椭圆 37"/>
          <p:cNvSpPr/>
          <p:nvPr>
            <p:custDataLst>
              <p:tags r:id="rId11"/>
            </p:custDataLst>
          </p:nvPr>
        </p:nvSpPr>
        <p:spPr>
          <a:xfrm>
            <a:off x="1140575" y="1632407"/>
            <a:ext cx="920364" cy="920364"/>
          </a:xfrm>
          <a:prstGeom prst="ellipse">
            <a:avLst/>
          </a:prstGeom>
          <a:gradFill flip="none" rotWithShape="1">
            <a:gsLst>
              <a:gs pos="100000">
                <a:srgbClr val="FCFCFC"/>
              </a:gs>
              <a:gs pos="0">
                <a:srgbClr val="CCCCCC"/>
              </a:gs>
            </a:gsLst>
            <a:lin ang="7200000" scaled="0"/>
            <a:tileRect/>
          </a:gradFill>
          <a:ln w="12700">
            <a:gradFill>
              <a:gsLst>
                <a:gs pos="89000">
                  <a:schemeClr val="bg1">
                    <a:lumMod val="85000"/>
                  </a:schemeClr>
                </a:gs>
                <a:gs pos="0">
                  <a:schemeClr val="bg1"/>
                </a:gs>
              </a:gsLst>
              <a:lin ang="7200000" scaled="0"/>
            </a:gradFill>
          </a:ln>
          <a:effectLst>
            <a:outerShdw blurRad="254000" dist="127000" dir="8160000" algn="tr" rotWithShape="0">
              <a:prstClr val="black">
                <a:alpha val="3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9" name="PA_椭圆 38"/>
          <p:cNvSpPr/>
          <p:nvPr>
            <p:custDataLst>
              <p:tags r:id="rId12"/>
            </p:custDataLst>
          </p:nvPr>
        </p:nvSpPr>
        <p:spPr>
          <a:xfrm>
            <a:off x="3151202" y="1632407"/>
            <a:ext cx="920364" cy="920364"/>
          </a:xfrm>
          <a:prstGeom prst="ellipse">
            <a:avLst/>
          </a:prstGeom>
          <a:gradFill flip="none" rotWithShape="1">
            <a:gsLst>
              <a:gs pos="100000">
                <a:srgbClr val="FCFCFC"/>
              </a:gs>
              <a:gs pos="0">
                <a:srgbClr val="CCCCCC"/>
              </a:gs>
            </a:gsLst>
            <a:lin ang="7200000" scaled="0"/>
            <a:tileRect/>
          </a:gradFill>
          <a:ln w="12700">
            <a:gradFill>
              <a:gsLst>
                <a:gs pos="89000">
                  <a:schemeClr val="bg1">
                    <a:lumMod val="85000"/>
                  </a:schemeClr>
                </a:gs>
                <a:gs pos="0">
                  <a:schemeClr val="bg1"/>
                </a:gs>
              </a:gsLst>
              <a:lin ang="7200000" scaled="0"/>
            </a:gradFill>
          </a:ln>
          <a:effectLst>
            <a:outerShdw blurRad="254000" dist="127000" dir="8160000" algn="tr" rotWithShape="0">
              <a:prstClr val="black">
                <a:alpha val="3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0" name="PA_椭圆 39"/>
          <p:cNvSpPr/>
          <p:nvPr>
            <p:custDataLst>
              <p:tags r:id="rId13"/>
            </p:custDataLst>
          </p:nvPr>
        </p:nvSpPr>
        <p:spPr>
          <a:xfrm>
            <a:off x="5161829" y="1632407"/>
            <a:ext cx="920364" cy="920364"/>
          </a:xfrm>
          <a:prstGeom prst="ellipse">
            <a:avLst/>
          </a:prstGeom>
          <a:gradFill flip="none" rotWithShape="1">
            <a:gsLst>
              <a:gs pos="100000">
                <a:srgbClr val="FCFCFC"/>
              </a:gs>
              <a:gs pos="0">
                <a:srgbClr val="CCCCCC"/>
              </a:gs>
            </a:gsLst>
            <a:lin ang="7200000" scaled="0"/>
            <a:tileRect/>
          </a:gradFill>
          <a:ln w="12700">
            <a:gradFill>
              <a:gsLst>
                <a:gs pos="89000">
                  <a:schemeClr val="bg1">
                    <a:lumMod val="85000"/>
                  </a:schemeClr>
                </a:gs>
                <a:gs pos="0">
                  <a:schemeClr val="bg1"/>
                </a:gs>
              </a:gsLst>
              <a:lin ang="7200000" scaled="0"/>
            </a:gradFill>
          </a:ln>
          <a:effectLst>
            <a:outerShdw blurRad="254000" dist="127000" dir="8160000" algn="tr" rotWithShape="0">
              <a:prstClr val="black">
                <a:alpha val="3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1" name="PA_椭圆 40"/>
          <p:cNvSpPr/>
          <p:nvPr>
            <p:custDataLst>
              <p:tags r:id="rId14"/>
            </p:custDataLst>
          </p:nvPr>
        </p:nvSpPr>
        <p:spPr>
          <a:xfrm>
            <a:off x="7172455" y="1632407"/>
            <a:ext cx="920364" cy="920364"/>
          </a:xfrm>
          <a:prstGeom prst="ellipse">
            <a:avLst/>
          </a:prstGeom>
          <a:gradFill flip="none" rotWithShape="1">
            <a:gsLst>
              <a:gs pos="100000">
                <a:srgbClr val="FCFCFC"/>
              </a:gs>
              <a:gs pos="0">
                <a:srgbClr val="CCCCCC"/>
              </a:gs>
            </a:gsLst>
            <a:lin ang="7200000" scaled="0"/>
            <a:tileRect/>
          </a:gradFill>
          <a:ln w="12700">
            <a:gradFill>
              <a:gsLst>
                <a:gs pos="89000">
                  <a:schemeClr val="bg1">
                    <a:lumMod val="85000"/>
                  </a:schemeClr>
                </a:gs>
                <a:gs pos="0">
                  <a:schemeClr val="bg1"/>
                </a:gs>
              </a:gsLst>
              <a:lin ang="7200000" scaled="0"/>
            </a:gradFill>
          </a:ln>
          <a:effectLst>
            <a:outerShdw blurRad="254000" dist="127000" dir="8160000" algn="tr" rotWithShape="0">
              <a:prstClr val="black">
                <a:alpha val="3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2" name="PA_TextPlaceholder 32"/>
          <p:cNvSpPr txBox="1"/>
          <p:nvPr>
            <p:custDataLst>
              <p:tags r:id="rId15"/>
            </p:custDataLst>
          </p:nvPr>
        </p:nvSpPr>
        <p:spPr>
          <a:xfrm>
            <a:off x="825500" y="3209925"/>
            <a:ext cx="1545590" cy="870585"/>
          </a:xfrm>
          <a:prstGeom prst="rect">
            <a:avLst/>
          </a:prstGeom>
        </p:spPr>
        <p:txBody>
          <a:bodyPr lIns="0" tIns="0" rIns="0" bIns="0" wrap="square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000">
                <a:latin typeface="微软雅黑"/>
              </a:defRPr>
            </a:pPr>
            <a:r>
              <a:t>- **关键器件选择与验证**：负责对电池、电源监控单元(PMU)、充电器和压差电压计(Gauge)等组件的选型和性能稳定性测试，以确保系统性能。</a:t>
            </a:r>
            <a:br/>
            <a:r>
              <a:t>- **硬件开发辅助**：协助进行主板底层驱动程序的测试（例如：物理层(PI)、信号完整性(SI))。</a:t>
            </a:r>
          </a:p>
        </p:txBody>
      </p:sp>
      <p:sp>
        <p:nvSpPr>
          <p:cNvPr id="47" name="PA_TextPlaceholder 33"/>
          <p:cNvSpPr txBox="1"/>
          <p:nvPr>
            <p:custDataLst>
              <p:tags r:id="rId16"/>
            </p:custDataLst>
          </p:nvPr>
        </p:nvSpPr>
        <p:spPr>
          <a:xfrm>
            <a:off x="825188" y="2834740"/>
            <a:ext cx="1545494" cy="278645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AU" sz="1200" b="1" dirty="0">
                <a:solidFill>
                  <a:srgbClr val="0A47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Roboto medium"/>
              </a:rPr>
              <a:t>硬件测试</a:t>
            </a:r>
            <a:r>
              <a:rPr lang="en-US" altLang="zh-CN" sz="1200" b="1" dirty="0">
                <a:solidFill>
                  <a:srgbClr val="0A47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Roboto medium"/>
              </a:rPr>
              <a:t>A1</a:t>
            </a:r>
            <a:endParaRPr lang="en-US" altLang="zh-CN" sz="1200" b="1" dirty="0">
              <a:solidFill>
                <a:srgbClr val="0A477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Roboto medium"/>
            </a:endParaRPr>
          </a:p>
        </p:txBody>
      </p:sp>
      <p:sp>
        <p:nvSpPr>
          <p:cNvPr id="48" name="PA_TextPlaceholder 32"/>
          <p:cNvSpPr txBox="1"/>
          <p:nvPr>
            <p:custDataLst>
              <p:tags r:id="rId17"/>
            </p:custDataLst>
          </p:nvPr>
        </p:nvSpPr>
        <p:spPr>
          <a:xfrm>
            <a:off x="2833370" y="3209925"/>
            <a:ext cx="1545590" cy="875665"/>
          </a:xfrm>
          <a:prstGeom prst="rect">
            <a:avLst/>
          </a:prstGeom>
        </p:spPr>
        <p:txBody>
          <a:bodyPr lIns="0" tIns="0" rIns="0" bIns="0" wrap="square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200">
                <a:latin typeface="微软雅黑"/>
              </a:defRPr>
            </a:pPr>
            <a:r>
              <a:t>- 负责整机功能与性能测试，监控并及时解决外发测试问题。</a:t>
            </a:r>
            <a:br/>
            <a:r>
              <a:t>- 保障产品通过 ESD、EMI 和各项认证测试。</a:t>
            </a:r>
          </a:p>
        </p:txBody>
      </p:sp>
      <p:sp>
        <p:nvSpPr>
          <p:cNvPr id="49" name="PA_TextPlaceholder 33"/>
          <p:cNvSpPr txBox="1"/>
          <p:nvPr>
            <p:custDataLst>
              <p:tags r:id="rId18"/>
            </p:custDataLst>
          </p:nvPr>
        </p:nvSpPr>
        <p:spPr>
          <a:xfrm>
            <a:off x="2833607" y="2834740"/>
            <a:ext cx="1545494" cy="278645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AU" sz="1200" b="1" dirty="0">
                <a:solidFill>
                  <a:srgbClr val="0A47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Roboto medium"/>
              </a:rPr>
              <a:t>硬件测试</a:t>
            </a:r>
            <a:r>
              <a:rPr lang="en-US" altLang="zh-CN" sz="1200" b="1" dirty="0">
                <a:solidFill>
                  <a:srgbClr val="0A47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Roboto medium"/>
              </a:rPr>
              <a:t>A2</a:t>
            </a:r>
            <a:endParaRPr lang="en-US" altLang="zh-CN" sz="1200" b="1" dirty="0">
              <a:solidFill>
                <a:srgbClr val="0A477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Roboto medium"/>
            </a:endParaRPr>
          </a:p>
        </p:txBody>
      </p:sp>
      <p:sp>
        <p:nvSpPr>
          <p:cNvPr id="50" name="PA_TextPlaceholder 32"/>
          <p:cNvSpPr txBox="1"/>
          <p:nvPr>
            <p:custDataLst>
              <p:tags r:id="rId19"/>
            </p:custDataLst>
          </p:nvPr>
        </p:nvSpPr>
        <p:spPr>
          <a:xfrm>
            <a:off x="4850130" y="3209925"/>
            <a:ext cx="1545590" cy="765175"/>
          </a:xfrm>
          <a:prstGeom prst="rect">
            <a:avLst/>
          </a:prstGeom>
        </p:spPr>
        <p:txBody>
          <a:bodyPr lIns="0" tIns="0" rIns="0" bIns="0" wrap="square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400">
                <a:latin typeface="微软雅黑"/>
              </a:defRPr>
            </a:pPr>
            <a:r>
              <a:t>- 负责嵌入式软件测试（性能稳定性、兼容性验证、参数调优）</a:t>
            </a:r>
          </a:p>
        </p:txBody>
      </p:sp>
      <p:sp>
        <p:nvSpPr>
          <p:cNvPr id="52" name="PA_TextPlaceholder 33"/>
          <p:cNvSpPr txBox="1"/>
          <p:nvPr>
            <p:custDataLst>
              <p:tags r:id="rId20"/>
            </p:custDataLst>
          </p:nvPr>
        </p:nvSpPr>
        <p:spPr>
          <a:xfrm>
            <a:off x="4849964" y="2834740"/>
            <a:ext cx="1545494" cy="278645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AU" sz="1200" b="1" dirty="0">
                <a:solidFill>
                  <a:srgbClr val="0A47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Roboto medium"/>
              </a:rPr>
              <a:t>软件测试</a:t>
            </a:r>
            <a:r>
              <a:rPr lang="en-US" altLang="zh-CN" sz="1200" b="1" dirty="0">
                <a:solidFill>
                  <a:srgbClr val="0A47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Roboto medium"/>
              </a:rPr>
              <a:t>B1</a:t>
            </a:r>
            <a:endParaRPr lang="en-US" altLang="zh-CN" sz="1200" b="1" dirty="0">
              <a:solidFill>
                <a:srgbClr val="0A477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Roboto medium"/>
            </a:endParaRPr>
          </a:p>
        </p:txBody>
      </p:sp>
      <p:sp>
        <p:nvSpPr>
          <p:cNvPr id="62" name="PA_TextPlaceholder 32"/>
          <p:cNvSpPr txBox="1"/>
          <p:nvPr>
            <p:custDataLst>
              <p:tags r:id="rId21"/>
            </p:custDataLst>
          </p:nvPr>
        </p:nvSpPr>
        <p:spPr>
          <a:xfrm>
            <a:off x="6858383" y="3209906"/>
            <a:ext cx="1545494" cy="1032501"/>
          </a:xfrm>
          <a:prstGeom prst="rect">
            <a:avLst/>
          </a:prstGeom>
        </p:spPr>
        <p:txBody>
          <a:bodyPr lIns="0" tIns="0" rIns="0" bIns="0" wrap="square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400">
                <a:latin typeface="微软雅黑"/>
              </a:defRPr>
            </a:pPr>
            <a:r>
              <a:t>- **负责调校产线治具及上位机**，评估是否整合至NPI职能。</a:t>
            </a:r>
          </a:p>
        </p:txBody>
      </p:sp>
      <p:sp>
        <p:nvSpPr>
          <p:cNvPr id="63" name="PA_TextPlaceholder 33"/>
          <p:cNvSpPr txBox="1"/>
          <p:nvPr>
            <p:custDataLst>
              <p:tags r:id="rId22"/>
            </p:custDataLst>
          </p:nvPr>
        </p:nvSpPr>
        <p:spPr>
          <a:xfrm>
            <a:off x="6858383" y="2834740"/>
            <a:ext cx="1545494" cy="278645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AU" sz="1200" b="1" dirty="0">
                <a:solidFill>
                  <a:srgbClr val="0A47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Roboto medium"/>
              </a:rPr>
              <a:t>硬件产线测试</a:t>
            </a:r>
            <a:r>
              <a:rPr lang="en-US" altLang="zh-CN" sz="1200" b="1" dirty="0">
                <a:solidFill>
                  <a:srgbClr val="0A47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Roboto medium"/>
              </a:rPr>
              <a:t>C1</a:t>
            </a:r>
            <a:endParaRPr lang="en-US" altLang="zh-CN" sz="1200" b="1" dirty="0">
              <a:solidFill>
                <a:srgbClr val="0A477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Roboto medium"/>
            </a:endParaRPr>
          </a:p>
        </p:txBody>
      </p:sp>
      <p:sp>
        <p:nvSpPr>
          <p:cNvPr id="65" name="PA_任意多边形 7"/>
          <p:cNvSpPr>
            <a:spLocks noEditPoints="1"/>
          </p:cNvSpPr>
          <p:nvPr>
            <p:custDataLst>
              <p:tags r:id="rId23"/>
            </p:custDataLst>
          </p:nvPr>
        </p:nvSpPr>
        <p:spPr bwMode="auto">
          <a:xfrm>
            <a:off x="1427224" y="1944535"/>
            <a:ext cx="344436" cy="339531"/>
          </a:xfrm>
          <a:custGeom>
            <a:avLst/>
            <a:gdLst>
              <a:gd name="T0" fmla="*/ 887 w 913"/>
              <a:gd name="T1" fmla="*/ 712 h 900"/>
              <a:gd name="T2" fmla="*/ 911 w 913"/>
              <a:gd name="T3" fmla="*/ 772 h 900"/>
              <a:gd name="T4" fmla="*/ 809 w 913"/>
              <a:gd name="T5" fmla="*/ 848 h 900"/>
              <a:gd name="T6" fmla="*/ 591 w 913"/>
              <a:gd name="T7" fmla="*/ 893 h 900"/>
              <a:gd name="T8" fmla="*/ 363 w 913"/>
              <a:gd name="T9" fmla="*/ 896 h 900"/>
              <a:gd name="T10" fmla="*/ 132 w 913"/>
              <a:gd name="T11" fmla="*/ 859 h 900"/>
              <a:gd name="T12" fmla="*/ 9 w 913"/>
              <a:gd name="T13" fmla="*/ 787 h 900"/>
              <a:gd name="T14" fmla="*/ 13 w 913"/>
              <a:gd name="T15" fmla="*/ 723 h 900"/>
              <a:gd name="T16" fmla="*/ 95 w 913"/>
              <a:gd name="T17" fmla="*/ 673 h 900"/>
              <a:gd name="T18" fmla="*/ 76 w 913"/>
              <a:gd name="T19" fmla="*/ 714 h 900"/>
              <a:gd name="T20" fmla="*/ 160 w 913"/>
              <a:gd name="T21" fmla="*/ 766 h 900"/>
              <a:gd name="T22" fmla="*/ 456 w 913"/>
              <a:gd name="T23" fmla="*/ 800 h 900"/>
              <a:gd name="T24" fmla="*/ 772 w 913"/>
              <a:gd name="T25" fmla="*/ 757 h 900"/>
              <a:gd name="T26" fmla="*/ 837 w 913"/>
              <a:gd name="T27" fmla="*/ 705 h 900"/>
              <a:gd name="T28" fmla="*/ 816 w 913"/>
              <a:gd name="T29" fmla="*/ 673 h 900"/>
              <a:gd name="T30" fmla="*/ 290 w 913"/>
              <a:gd name="T31" fmla="*/ 56 h 900"/>
              <a:gd name="T32" fmla="*/ 314 w 913"/>
              <a:gd name="T33" fmla="*/ 132 h 900"/>
              <a:gd name="T34" fmla="*/ 249 w 913"/>
              <a:gd name="T35" fmla="*/ 197 h 900"/>
              <a:gd name="T36" fmla="*/ 173 w 913"/>
              <a:gd name="T37" fmla="*/ 173 h 900"/>
              <a:gd name="T38" fmla="*/ 149 w 913"/>
              <a:gd name="T39" fmla="*/ 97 h 900"/>
              <a:gd name="T40" fmla="*/ 214 w 913"/>
              <a:gd name="T41" fmla="*/ 32 h 900"/>
              <a:gd name="T42" fmla="*/ 647 w 913"/>
              <a:gd name="T43" fmla="*/ 39 h 900"/>
              <a:gd name="T44" fmla="*/ 595 w 913"/>
              <a:gd name="T45" fmla="*/ 115 h 900"/>
              <a:gd name="T46" fmla="*/ 632 w 913"/>
              <a:gd name="T47" fmla="*/ 184 h 900"/>
              <a:gd name="T48" fmla="*/ 712 w 913"/>
              <a:gd name="T49" fmla="*/ 190 h 900"/>
              <a:gd name="T50" fmla="*/ 762 w 913"/>
              <a:gd name="T51" fmla="*/ 115 h 900"/>
              <a:gd name="T52" fmla="*/ 725 w 913"/>
              <a:gd name="T53" fmla="*/ 45 h 900"/>
              <a:gd name="T54" fmla="*/ 597 w 913"/>
              <a:gd name="T55" fmla="*/ 729 h 900"/>
              <a:gd name="T56" fmla="*/ 766 w 913"/>
              <a:gd name="T57" fmla="*/ 487 h 900"/>
              <a:gd name="T58" fmla="*/ 805 w 913"/>
              <a:gd name="T59" fmla="*/ 437 h 900"/>
              <a:gd name="T60" fmla="*/ 803 w 913"/>
              <a:gd name="T61" fmla="*/ 262 h 900"/>
              <a:gd name="T62" fmla="*/ 729 w 913"/>
              <a:gd name="T63" fmla="*/ 212 h 900"/>
              <a:gd name="T64" fmla="*/ 630 w 913"/>
              <a:gd name="T65" fmla="*/ 247 h 900"/>
              <a:gd name="T66" fmla="*/ 632 w 913"/>
              <a:gd name="T67" fmla="*/ 443 h 900"/>
              <a:gd name="T68" fmla="*/ 456 w 913"/>
              <a:gd name="T69" fmla="*/ 0 h 900"/>
              <a:gd name="T70" fmla="*/ 541 w 913"/>
              <a:gd name="T71" fmla="*/ 56 h 900"/>
              <a:gd name="T72" fmla="*/ 532 w 913"/>
              <a:gd name="T73" fmla="*/ 143 h 900"/>
              <a:gd name="T74" fmla="*/ 456 w 913"/>
              <a:gd name="T75" fmla="*/ 182 h 900"/>
              <a:gd name="T76" fmla="*/ 374 w 913"/>
              <a:gd name="T77" fmla="*/ 128 h 900"/>
              <a:gd name="T78" fmla="*/ 383 w 913"/>
              <a:gd name="T79" fmla="*/ 41 h 900"/>
              <a:gd name="T80" fmla="*/ 456 w 913"/>
              <a:gd name="T81" fmla="*/ 0 h 900"/>
              <a:gd name="T82" fmla="*/ 580 w 913"/>
              <a:gd name="T83" fmla="*/ 465 h 900"/>
              <a:gd name="T84" fmla="*/ 593 w 913"/>
              <a:gd name="T85" fmla="*/ 283 h 900"/>
              <a:gd name="T86" fmla="*/ 541 w 913"/>
              <a:gd name="T87" fmla="*/ 206 h 900"/>
              <a:gd name="T88" fmla="*/ 368 w 913"/>
              <a:gd name="T89" fmla="*/ 206 h 900"/>
              <a:gd name="T90" fmla="*/ 316 w 913"/>
              <a:gd name="T91" fmla="*/ 283 h 900"/>
              <a:gd name="T92" fmla="*/ 329 w 913"/>
              <a:gd name="T93" fmla="*/ 465 h 900"/>
              <a:gd name="T94" fmla="*/ 433 w 913"/>
              <a:gd name="T95" fmla="*/ 759 h 900"/>
              <a:gd name="T96" fmla="*/ 314 w 913"/>
              <a:gd name="T97" fmla="*/ 508 h 900"/>
              <a:gd name="T98" fmla="*/ 275 w 913"/>
              <a:gd name="T99" fmla="*/ 420 h 900"/>
              <a:gd name="T100" fmla="*/ 296 w 913"/>
              <a:gd name="T101" fmla="*/ 214 h 900"/>
              <a:gd name="T102" fmla="*/ 149 w 913"/>
              <a:gd name="T103" fmla="*/ 218 h 900"/>
              <a:gd name="T104" fmla="*/ 102 w 913"/>
              <a:gd name="T105" fmla="*/ 292 h 900"/>
              <a:gd name="T106" fmla="*/ 115 w 913"/>
              <a:gd name="T107" fmla="*/ 456 h 900"/>
              <a:gd name="T108" fmla="*/ 208 w 913"/>
              <a:gd name="T109" fmla="*/ 729 h 9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913" h="900">
                <a:moveTo>
                  <a:pt x="816" y="673"/>
                </a:moveTo>
                <a:lnTo>
                  <a:pt x="816" y="673"/>
                </a:lnTo>
                <a:lnTo>
                  <a:pt x="837" y="681"/>
                </a:lnTo>
                <a:lnTo>
                  <a:pt x="857" y="690"/>
                </a:lnTo>
                <a:lnTo>
                  <a:pt x="874" y="701"/>
                </a:lnTo>
                <a:lnTo>
                  <a:pt x="887" y="712"/>
                </a:lnTo>
                <a:lnTo>
                  <a:pt x="898" y="723"/>
                </a:lnTo>
                <a:lnTo>
                  <a:pt x="906" y="736"/>
                </a:lnTo>
                <a:lnTo>
                  <a:pt x="911" y="746"/>
                </a:lnTo>
                <a:lnTo>
                  <a:pt x="913" y="759"/>
                </a:lnTo>
                <a:lnTo>
                  <a:pt x="913" y="759"/>
                </a:lnTo>
                <a:lnTo>
                  <a:pt x="911" y="772"/>
                </a:lnTo>
                <a:lnTo>
                  <a:pt x="904" y="787"/>
                </a:lnTo>
                <a:lnTo>
                  <a:pt x="891" y="800"/>
                </a:lnTo>
                <a:lnTo>
                  <a:pt x="876" y="813"/>
                </a:lnTo>
                <a:lnTo>
                  <a:pt x="857" y="826"/>
                </a:lnTo>
                <a:lnTo>
                  <a:pt x="835" y="837"/>
                </a:lnTo>
                <a:lnTo>
                  <a:pt x="809" y="848"/>
                </a:lnTo>
                <a:lnTo>
                  <a:pt x="779" y="859"/>
                </a:lnTo>
                <a:lnTo>
                  <a:pt x="746" y="867"/>
                </a:lnTo>
                <a:lnTo>
                  <a:pt x="712" y="876"/>
                </a:lnTo>
                <a:lnTo>
                  <a:pt x="673" y="883"/>
                </a:lnTo>
                <a:lnTo>
                  <a:pt x="634" y="889"/>
                </a:lnTo>
                <a:lnTo>
                  <a:pt x="591" y="893"/>
                </a:lnTo>
                <a:lnTo>
                  <a:pt x="547" y="896"/>
                </a:lnTo>
                <a:lnTo>
                  <a:pt x="502" y="898"/>
                </a:lnTo>
                <a:lnTo>
                  <a:pt x="456" y="900"/>
                </a:lnTo>
                <a:lnTo>
                  <a:pt x="456" y="900"/>
                </a:lnTo>
                <a:lnTo>
                  <a:pt x="409" y="898"/>
                </a:lnTo>
                <a:lnTo>
                  <a:pt x="363" y="896"/>
                </a:lnTo>
                <a:lnTo>
                  <a:pt x="320" y="893"/>
                </a:lnTo>
                <a:lnTo>
                  <a:pt x="277" y="889"/>
                </a:lnTo>
                <a:lnTo>
                  <a:pt x="238" y="883"/>
                </a:lnTo>
                <a:lnTo>
                  <a:pt x="201" y="876"/>
                </a:lnTo>
                <a:lnTo>
                  <a:pt x="164" y="867"/>
                </a:lnTo>
                <a:lnTo>
                  <a:pt x="132" y="859"/>
                </a:lnTo>
                <a:lnTo>
                  <a:pt x="104" y="848"/>
                </a:lnTo>
                <a:lnTo>
                  <a:pt x="78" y="837"/>
                </a:lnTo>
                <a:lnTo>
                  <a:pt x="54" y="826"/>
                </a:lnTo>
                <a:lnTo>
                  <a:pt x="35" y="813"/>
                </a:lnTo>
                <a:lnTo>
                  <a:pt x="19" y="800"/>
                </a:lnTo>
                <a:lnTo>
                  <a:pt x="9" y="787"/>
                </a:lnTo>
                <a:lnTo>
                  <a:pt x="2" y="772"/>
                </a:lnTo>
                <a:lnTo>
                  <a:pt x="0" y="759"/>
                </a:lnTo>
                <a:lnTo>
                  <a:pt x="0" y="759"/>
                </a:lnTo>
                <a:lnTo>
                  <a:pt x="0" y="746"/>
                </a:lnTo>
                <a:lnTo>
                  <a:pt x="6" y="736"/>
                </a:lnTo>
                <a:lnTo>
                  <a:pt x="13" y="723"/>
                </a:lnTo>
                <a:lnTo>
                  <a:pt x="24" y="712"/>
                </a:lnTo>
                <a:lnTo>
                  <a:pt x="39" y="701"/>
                </a:lnTo>
                <a:lnTo>
                  <a:pt x="54" y="690"/>
                </a:lnTo>
                <a:lnTo>
                  <a:pt x="74" y="681"/>
                </a:lnTo>
                <a:lnTo>
                  <a:pt x="95" y="673"/>
                </a:lnTo>
                <a:lnTo>
                  <a:pt x="95" y="673"/>
                </a:lnTo>
                <a:lnTo>
                  <a:pt x="87" y="679"/>
                </a:lnTo>
                <a:lnTo>
                  <a:pt x="80" y="688"/>
                </a:lnTo>
                <a:lnTo>
                  <a:pt x="76" y="697"/>
                </a:lnTo>
                <a:lnTo>
                  <a:pt x="74" y="705"/>
                </a:lnTo>
                <a:lnTo>
                  <a:pt x="74" y="705"/>
                </a:lnTo>
                <a:lnTo>
                  <a:pt x="76" y="714"/>
                </a:lnTo>
                <a:lnTo>
                  <a:pt x="80" y="723"/>
                </a:lnTo>
                <a:lnTo>
                  <a:pt x="91" y="733"/>
                </a:lnTo>
                <a:lnTo>
                  <a:pt x="104" y="742"/>
                </a:lnTo>
                <a:lnTo>
                  <a:pt x="119" y="751"/>
                </a:lnTo>
                <a:lnTo>
                  <a:pt x="138" y="757"/>
                </a:lnTo>
                <a:lnTo>
                  <a:pt x="160" y="766"/>
                </a:lnTo>
                <a:lnTo>
                  <a:pt x="186" y="772"/>
                </a:lnTo>
                <a:lnTo>
                  <a:pt x="242" y="783"/>
                </a:lnTo>
                <a:lnTo>
                  <a:pt x="307" y="792"/>
                </a:lnTo>
                <a:lnTo>
                  <a:pt x="379" y="798"/>
                </a:lnTo>
                <a:lnTo>
                  <a:pt x="456" y="800"/>
                </a:lnTo>
                <a:lnTo>
                  <a:pt x="456" y="800"/>
                </a:lnTo>
                <a:lnTo>
                  <a:pt x="532" y="798"/>
                </a:lnTo>
                <a:lnTo>
                  <a:pt x="604" y="792"/>
                </a:lnTo>
                <a:lnTo>
                  <a:pt x="668" y="783"/>
                </a:lnTo>
                <a:lnTo>
                  <a:pt x="727" y="772"/>
                </a:lnTo>
                <a:lnTo>
                  <a:pt x="751" y="766"/>
                </a:lnTo>
                <a:lnTo>
                  <a:pt x="772" y="757"/>
                </a:lnTo>
                <a:lnTo>
                  <a:pt x="792" y="751"/>
                </a:lnTo>
                <a:lnTo>
                  <a:pt x="809" y="742"/>
                </a:lnTo>
                <a:lnTo>
                  <a:pt x="820" y="733"/>
                </a:lnTo>
                <a:lnTo>
                  <a:pt x="831" y="723"/>
                </a:lnTo>
                <a:lnTo>
                  <a:pt x="835" y="714"/>
                </a:lnTo>
                <a:lnTo>
                  <a:pt x="837" y="705"/>
                </a:lnTo>
                <a:lnTo>
                  <a:pt x="837" y="705"/>
                </a:lnTo>
                <a:lnTo>
                  <a:pt x="837" y="697"/>
                </a:lnTo>
                <a:lnTo>
                  <a:pt x="833" y="688"/>
                </a:lnTo>
                <a:lnTo>
                  <a:pt x="824" y="679"/>
                </a:lnTo>
                <a:lnTo>
                  <a:pt x="816" y="673"/>
                </a:lnTo>
                <a:lnTo>
                  <a:pt x="816" y="673"/>
                </a:lnTo>
                <a:close/>
                <a:moveTo>
                  <a:pt x="231" y="32"/>
                </a:moveTo>
                <a:lnTo>
                  <a:pt x="231" y="32"/>
                </a:lnTo>
                <a:lnTo>
                  <a:pt x="249" y="32"/>
                </a:lnTo>
                <a:lnTo>
                  <a:pt x="264" y="39"/>
                </a:lnTo>
                <a:lnTo>
                  <a:pt x="277" y="45"/>
                </a:lnTo>
                <a:lnTo>
                  <a:pt x="290" y="56"/>
                </a:lnTo>
                <a:lnTo>
                  <a:pt x="301" y="69"/>
                </a:lnTo>
                <a:lnTo>
                  <a:pt x="307" y="82"/>
                </a:lnTo>
                <a:lnTo>
                  <a:pt x="314" y="97"/>
                </a:lnTo>
                <a:lnTo>
                  <a:pt x="314" y="115"/>
                </a:lnTo>
                <a:lnTo>
                  <a:pt x="314" y="115"/>
                </a:lnTo>
                <a:lnTo>
                  <a:pt x="314" y="132"/>
                </a:lnTo>
                <a:lnTo>
                  <a:pt x="307" y="147"/>
                </a:lnTo>
                <a:lnTo>
                  <a:pt x="301" y="162"/>
                </a:lnTo>
                <a:lnTo>
                  <a:pt x="290" y="173"/>
                </a:lnTo>
                <a:lnTo>
                  <a:pt x="277" y="184"/>
                </a:lnTo>
                <a:lnTo>
                  <a:pt x="264" y="190"/>
                </a:lnTo>
                <a:lnTo>
                  <a:pt x="249" y="197"/>
                </a:lnTo>
                <a:lnTo>
                  <a:pt x="231" y="197"/>
                </a:lnTo>
                <a:lnTo>
                  <a:pt x="231" y="197"/>
                </a:lnTo>
                <a:lnTo>
                  <a:pt x="214" y="197"/>
                </a:lnTo>
                <a:lnTo>
                  <a:pt x="199" y="190"/>
                </a:lnTo>
                <a:lnTo>
                  <a:pt x="186" y="184"/>
                </a:lnTo>
                <a:lnTo>
                  <a:pt x="173" y="173"/>
                </a:lnTo>
                <a:lnTo>
                  <a:pt x="162" y="162"/>
                </a:lnTo>
                <a:lnTo>
                  <a:pt x="156" y="147"/>
                </a:lnTo>
                <a:lnTo>
                  <a:pt x="149" y="132"/>
                </a:lnTo>
                <a:lnTo>
                  <a:pt x="149" y="115"/>
                </a:lnTo>
                <a:lnTo>
                  <a:pt x="149" y="115"/>
                </a:lnTo>
                <a:lnTo>
                  <a:pt x="149" y="97"/>
                </a:lnTo>
                <a:lnTo>
                  <a:pt x="156" y="82"/>
                </a:lnTo>
                <a:lnTo>
                  <a:pt x="162" y="69"/>
                </a:lnTo>
                <a:lnTo>
                  <a:pt x="173" y="56"/>
                </a:lnTo>
                <a:lnTo>
                  <a:pt x="186" y="45"/>
                </a:lnTo>
                <a:lnTo>
                  <a:pt x="199" y="39"/>
                </a:lnTo>
                <a:lnTo>
                  <a:pt x="214" y="32"/>
                </a:lnTo>
                <a:lnTo>
                  <a:pt x="231" y="32"/>
                </a:lnTo>
                <a:lnTo>
                  <a:pt x="231" y="32"/>
                </a:lnTo>
                <a:close/>
                <a:moveTo>
                  <a:pt x="679" y="32"/>
                </a:moveTo>
                <a:lnTo>
                  <a:pt x="679" y="32"/>
                </a:lnTo>
                <a:lnTo>
                  <a:pt x="662" y="32"/>
                </a:lnTo>
                <a:lnTo>
                  <a:pt x="647" y="39"/>
                </a:lnTo>
                <a:lnTo>
                  <a:pt x="632" y="45"/>
                </a:lnTo>
                <a:lnTo>
                  <a:pt x="621" y="56"/>
                </a:lnTo>
                <a:lnTo>
                  <a:pt x="610" y="69"/>
                </a:lnTo>
                <a:lnTo>
                  <a:pt x="601" y="82"/>
                </a:lnTo>
                <a:lnTo>
                  <a:pt x="597" y="97"/>
                </a:lnTo>
                <a:lnTo>
                  <a:pt x="595" y="115"/>
                </a:lnTo>
                <a:lnTo>
                  <a:pt x="595" y="115"/>
                </a:lnTo>
                <a:lnTo>
                  <a:pt x="597" y="132"/>
                </a:lnTo>
                <a:lnTo>
                  <a:pt x="601" y="147"/>
                </a:lnTo>
                <a:lnTo>
                  <a:pt x="610" y="162"/>
                </a:lnTo>
                <a:lnTo>
                  <a:pt x="621" y="173"/>
                </a:lnTo>
                <a:lnTo>
                  <a:pt x="632" y="184"/>
                </a:lnTo>
                <a:lnTo>
                  <a:pt x="647" y="190"/>
                </a:lnTo>
                <a:lnTo>
                  <a:pt x="662" y="197"/>
                </a:lnTo>
                <a:lnTo>
                  <a:pt x="679" y="197"/>
                </a:lnTo>
                <a:lnTo>
                  <a:pt x="679" y="197"/>
                </a:lnTo>
                <a:lnTo>
                  <a:pt x="694" y="197"/>
                </a:lnTo>
                <a:lnTo>
                  <a:pt x="712" y="190"/>
                </a:lnTo>
                <a:lnTo>
                  <a:pt x="725" y="184"/>
                </a:lnTo>
                <a:lnTo>
                  <a:pt x="738" y="173"/>
                </a:lnTo>
                <a:lnTo>
                  <a:pt x="749" y="162"/>
                </a:lnTo>
                <a:lnTo>
                  <a:pt x="755" y="147"/>
                </a:lnTo>
                <a:lnTo>
                  <a:pt x="759" y="132"/>
                </a:lnTo>
                <a:lnTo>
                  <a:pt x="762" y="115"/>
                </a:lnTo>
                <a:lnTo>
                  <a:pt x="762" y="115"/>
                </a:lnTo>
                <a:lnTo>
                  <a:pt x="759" y="97"/>
                </a:lnTo>
                <a:lnTo>
                  <a:pt x="755" y="82"/>
                </a:lnTo>
                <a:lnTo>
                  <a:pt x="749" y="69"/>
                </a:lnTo>
                <a:lnTo>
                  <a:pt x="738" y="56"/>
                </a:lnTo>
                <a:lnTo>
                  <a:pt x="725" y="45"/>
                </a:lnTo>
                <a:lnTo>
                  <a:pt x="712" y="39"/>
                </a:lnTo>
                <a:lnTo>
                  <a:pt x="694" y="32"/>
                </a:lnTo>
                <a:lnTo>
                  <a:pt x="679" y="32"/>
                </a:lnTo>
                <a:lnTo>
                  <a:pt x="679" y="32"/>
                </a:lnTo>
                <a:close/>
                <a:moveTo>
                  <a:pt x="597" y="508"/>
                </a:moveTo>
                <a:lnTo>
                  <a:pt x="597" y="729"/>
                </a:lnTo>
                <a:lnTo>
                  <a:pt x="656" y="729"/>
                </a:lnTo>
                <a:lnTo>
                  <a:pt x="679" y="575"/>
                </a:lnTo>
                <a:lnTo>
                  <a:pt x="701" y="729"/>
                </a:lnTo>
                <a:lnTo>
                  <a:pt x="766" y="729"/>
                </a:lnTo>
                <a:lnTo>
                  <a:pt x="766" y="487"/>
                </a:lnTo>
                <a:lnTo>
                  <a:pt x="766" y="487"/>
                </a:lnTo>
                <a:lnTo>
                  <a:pt x="774" y="480"/>
                </a:lnTo>
                <a:lnTo>
                  <a:pt x="783" y="474"/>
                </a:lnTo>
                <a:lnTo>
                  <a:pt x="790" y="465"/>
                </a:lnTo>
                <a:lnTo>
                  <a:pt x="796" y="456"/>
                </a:lnTo>
                <a:lnTo>
                  <a:pt x="803" y="448"/>
                </a:lnTo>
                <a:lnTo>
                  <a:pt x="805" y="437"/>
                </a:lnTo>
                <a:lnTo>
                  <a:pt x="807" y="426"/>
                </a:lnTo>
                <a:lnTo>
                  <a:pt x="809" y="415"/>
                </a:lnTo>
                <a:lnTo>
                  <a:pt x="809" y="292"/>
                </a:lnTo>
                <a:lnTo>
                  <a:pt x="809" y="292"/>
                </a:lnTo>
                <a:lnTo>
                  <a:pt x="807" y="277"/>
                </a:lnTo>
                <a:lnTo>
                  <a:pt x="803" y="262"/>
                </a:lnTo>
                <a:lnTo>
                  <a:pt x="794" y="249"/>
                </a:lnTo>
                <a:lnTo>
                  <a:pt x="785" y="236"/>
                </a:lnTo>
                <a:lnTo>
                  <a:pt x="774" y="227"/>
                </a:lnTo>
                <a:lnTo>
                  <a:pt x="759" y="218"/>
                </a:lnTo>
                <a:lnTo>
                  <a:pt x="746" y="214"/>
                </a:lnTo>
                <a:lnTo>
                  <a:pt x="729" y="212"/>
                </a:lnTo>
                <a:lnTo>
                  <a:pt x="632" y="212"/>
                </a:lnTo>
                <a:lnTo>
                  <a:pt x="632" y="212"/>
                </a:lnTo>
                <a:lnTo>
                  <a:pt x="614" y="214"/>
                </a:lnTo>
                <a:lnTo>
                  <a:pt x="614" y="214"/>
                </a:lnTo>
                <a:lnTo>
                  <a:pt x="623" y="231"/>
                </a:lnTo>
                <a:lnTo>
                  <a:pt x="630" y="247"/>
                </a:lnTo>
                <a:lnTo>
                  <a:pt x="634" y="266"/>
                </a:lnTo>
                <a:lnTo>
                  <a:pt x="634" y="283"/>
                </a:lnTo>
                <a:lnTo>
                  <a:pt x="634" y="420"/>
                </a:lnTo>
                <a:lnTo>
                  <a:pt x="634" y="420"/>
                </a:lnTo>
                <a:lnTo>
                  <a:pt x="634" y="433"/>
                </a:lnTo>
                <a:lnTo>
                  <a:pt x="632" y="443"/>
                </a:lnTo>
                <a:lnTo>
                  <a:pt x="625" y="467"/>
                </a:lnTo>
                <a:lnTo>
                  <a:pt x="612" y="491"/>
                </a:lnTo>
                <a:lnTo>
                  <a:pt x="597" y="508"/>
                </a:lnTo>
                <a:lnTo>
                  <a:pt x="597" y="508"/>
                </a:lnTo>
                <a:close/>
                <a:moveTo>
                  <a:pt x="456" y="0"/>
                </a:moveTo>
                <a:lnTo>
                  <a:pt x="456" y="0"/>
                </a:lnTo>
                <a:lnTo>
                  <a:pt x="476" y="2"/>
                </a:lnTo>
                <a:lnTo>
                  <a:pt x="493" y="9"/>
                </a:lnTo>
                <a:lnTo>
                  <a:pt x="508" y="17"/>
                </a:lnTo>
                <a:lnTo>
                  <a:pt x="521" y="28"/>
                </a:lnTo>
                <a:lnTo>
                  <a:pt x="532" y="41"/>
                </a:lnTo>
                <a:lnTo>
                  <a:pt x="541" y="56"/>
                </a:lnTo>
                <a:lnTo>
                  <a:pt x="545" y="74"/>
                </a:lnTo>
                <a:lnTo>
                  <a:pt x="547" y="91"/>
                </a:lnTo>
                <a:lnTo>
                  <a:pt x="547" y="91"/>
                </a:lnTo>
                <a:lnTo>
                  <a:pt x="545" y="110"/>
                </a:lnTo>
                <a:lnTo>
                  <a:pt x="541" y="128"/>
                </a:lnTo>
                <a:lnTo>
                  <a:pt x="532" y="143"/>
                </a:lnTo>
                <a:lnTo>
                  <a:pt x="521" y="156"/>
                </a:lnTo>
                <a:lnTo>
                  <a:pt x="508" y="167"/>
                </a:lnTo>
                <a:lnTo>
                  <a:pt x="493" y="175"/>
                </a:lnTo>
                <a:lnTo>
                  <a:pt x="476" y="180"/>
                </a:lnTo>
                <a:lnTo>
                  <a:pt x="456" y="182"/>
                </a:lnTo>
                <a:lnTo>
                  <a:pt x="456" y="182"/>
                </a:lnTo>
                <a:lnTo>
                  <a:pt x="439" y="180"/>
                </a:lnTo>
                <a:lnTo>
                  <a:pt x="422" y="175"/>
                </a:lnTo>
                <a:lnTo>
                  <a:pt x="407" y="167"/>
                </a:lnTo>
                <a:lnTo>
                  <a:pt x="394" y="156"/>
                </a:lnTo>
                <a:lnTo>
                  <a:pt x="383" y="143"/>
                </a:lnTo>
                <a:lnTo>
                  <a:pt x="374" y="128"/>
                </a:lnTo>
                <a:lnTo>
                  <a:pt x="368" y="110"/>
                </a:lnTo>
                <a:lnTo>
                  <a:pt x="368" y="91"/>
                </a:lnTo>
                <a:lnTo>
                  <a:pt x="368" y="91"/>
                </a:lnTo>
                <a:lnTo>
                  <a:pt x="368" y="74"/>
                </a:lnTo>
                <a:lnTo>
                  <a:pt x="374" y="56"/>
                </a:lnTo>
                <a:lnTo>
                  <a:pt x="383" y="41"/>
                </a:lnTo>
                <a:lnTo>
                  <a:pt x="394" y="28"/>
                </a:lnTo>
                <a:lnTo>
                  <a:pt x="407" y="17"/>
                </a:lnTo>
                <a:lnTo>
                  <a:pt x="422" y="9"/>
                </a:lnTo>
                <a:lnTo>
                  <a:pt x="439" y="2"/>
                </a:lnTo>
                <a:lnTo>
                  <a:pt x="456" y="0"/>
                </a:lnTo>
                <a:lnTo>
                  <a:pt x="456" y="0"/>
                </a:lnTo>
                <a:close/>
                <a:moveTo>
                  <a:pt x="547" y="495"/>
                </a:moveTo>
                <a:lnTo>
                  <a:pt x="547" y="495"/>
                </a:lnTo>
                <a:lnTo>
                  <a:pt x="556" y="489"/>
                </a:lnTo>
                <a:lnTo>
                  <a:pt x="565" y="482"/>
                </a:lnTo>
                <a:lnTo>
                  <a:pt x="573" y="474"/>
                </a:lnTo>
                <a:lnTo>
                  <a:pt x="580" y="465"/>
                </a:lnTo>
                <a:lnTo>
                  <a:pt x="586" y="454"/>
                </a:lnTo>
                <a:lnTo>
                  <a:pt x="591" y="443"/>
                </a:lnTo>
                <a:lnTo>
                  <a:pt x="593" y="430"/>
                </a:lnTo>
                <a:lnTo>
                  <a:pt x="593" y="420"/>
                </a:lnTo>
                <a:lnTo>
                  <a:pt x="593" y="283"/>
                </a:lnTo>
                <a:lnTo>
                  <a:pt x="593" y="283"/>
                </a:lnTo>
                <a:lnTo>
                  <a:pt x="591" y="266"/>
                </a:lnTo>
                <a:lnTo>
                  <a:pt x="586" y="251"/>
                </a:lnTo>
                <a:lnTo>
                  <a:pt x="578" y="236"/>
                </a:lnTo>
                <a:lnTo>
                  <a:pt x="569" y="223"/>
                </a:lnTo>
                <a:lnTo>
                  <a:pt x="556" y="212"/>
                </a:lnTo>
                <a:lnTo>
                  <a:pt x="541" y="206"/>
                </a:lnTo>
                <a:lnTo>
                  <a:pt x="524" y="199"/>
                </a:lnTo>
                <a:lnTo>
                  <a:pt x="508" y="199"/>
                </a:lnTo>
                <a:lnTo>
                  <a:pt x="402" y="199"/>
                </a:lnTo>
                <a:lnTo>
                  <a:pt x="402" y="199"/>
                </a:lnTo>
                <a:lnTo>
                  <a:pt x="385" y="199"/>
                </a:lnTo>
                <a:lnTo>
                  <a:pt x="368" y="206"/>
                </a:lnTo>
                <a:lnTo>
                  <a:pt x="355" y="212"/>
                </a:lnTo>
                <a:lnTo>
                  <a:pt x="342" y="223"/>
                </a:lnTo>
                <a:lnTo>
                  <a:pt x="331" y="236"/>
                </a:lnTo>
                <a:lnTo>
                  <a:pt x="322" y="251"/>
                </a:lnTo>
                <a:lnTo>
                  <a:pt x="318" y="266"/>
                </a:lnTo>
                <a:lnTo>
                  <a:pt x="316" y="283"/>
                </a:lnTo>
                <a:lnTo>
                  <a:pt x="316" y="420"/>
                </a:lnTo>
                <a:lnTo>
                  <a:pt x="316" y="420"/>
                </a:lnTo>
                <a:lnTo>
                  <a:pt x="316" y="430"/>
                </a:lnTo>
                <a:lnTo>
                  <a:pt x="320" y="443"/>
                </a:lnTo>
                <a:lnTo>
                  <a:pt x="325" y="454"/>
                </a:lnTo>
                <a:lnTo>
                  <a:pt x="329" y="465"/>
                </a:lnTo>
                <a:lnTo>
                  <a:pt x="335" y="474"/>
                </a:lnTo>
                <a:lnTo>
                  <a:pt x="344" y="482"/>
                </a:lnTo>
                <a:lnTo>
                  <a:pt x="353" y="489"/>
                </a:lnTo>
                <a:lnTo>
                  <a:pt x="363" y="495"/>
                </a:lnTo>
                <a:lnTo>
                  <a:pt x="363" y="759"/>
                </a:lnTo>
                <a:lnTo>
                  <a:pt x="433" y="759"/>
                </a:lnTo>
                <a:lnTo>
                  <a:pt x="456" y="593"/>
                </a:lnTo>
                <a:lnTo>
                  <a:pt x="482" y="759"/>
                </a:lnTo>
                <a:lnTo>
                  <a:pt x="547" y="759"/>
                </a:lnTo>
                <a:lnTo>
                  <a:pt x="547" y="495"/>
                </a:lnTo>
                <a:lnTo>
                  <a:pt x="547" y="495"/>
                </a:lnTo>
                <a:close/>
                <a:moveTo>
                  <a:pt x="314" y="508"/>
                </a:moveTo>
                <a:lnTo>
                  <a:pt x="314" y="508"/>
                </a:lnTo>
                <a:lnTo>
                  <a:pt x="296" y="491"/>
                </a:lnTo>
                <a:lnTo>
                  <a:pt x="286" y="467"/>
                </a:lnTo>
                <a:lnTo>
                  <a:pt x="277" y="443"/>
                </a:lnTo>
                <a:lnTo>
                  <a:pt x="277" y="433"/>
                </a:lnTo>
                <a:lnTo>
                  <a:pt x="275" y="420"/>
                </a:lnTo>
                <a:lnTo>
                  <a:pt x="275" y="283"/>
                </a:lnTo>
                <a:lnTo>
                  <a:pt x="275" y="283"/>
                </a:lnTo>
                <a:lnTo>
                  <a:pt x="277" y="266"/>
                </a:lnTo>
                <a:lnTo>
                  <a:pt x="281" y="247"/>
                </a:lnTo>
                <a:lnTo>
                  <a:pt x="288" y="231"/>
                </a:lnTo>
                <a:lnTo>
                  <a:pt x="296" y="214"/>
                </a:lnTo>
                <a:lnTo>
                  <a:pt x="296" y="214"/>
                </a:lnTo>
                <a:lnTo>
                  <a:pt x="277" y="212"/>
                </a:lnTo>
                <a:lnTo>
                  <a:pt x="182" y="212"/>
                </a:lnTo>
                <a:lnTo>
                  <a:pt x="182" y="212"/>
                </a:lnTo>
                <a:lnTo>
                  <a:pt x="164" y="214"/>
                </a:lnTo>
                <a:lnTo>
                  <a:pt x="149" y="218"/>
                </a:lnTo>
                <a:lnTo>
                  <a:pt x="136" y="227"/>
                </a:lnTo>
                <a:lnTo>
                  <a:pt x="125" y="236"/>
                </a:lnTo>
                <a:lnTo>
                  <a:pt x="115" y="249"/>
                </a:lnTo>
                <a:lnTo>
                  <a:pt x="108" y="262"/>
                </a:lnTo>
                <a:lnTo>
                  <a:pt x="104" y="277"/>
                </a:lnTo>
                <a:lnTo>
                  <a:pt x="102" y="292"/>
                </a:lnTo>
                <a:lnTo>
                  <a:pt x="102" y="415"/>
                </a:lnTo>
                <a:lnTo>
                  <a:pt x="102" y="415"/>
                </a:lnTo>
                <a:lnTo>
                  <a:pt x="102" y="426"/>
                </a:lnTo>
                <a:lnTo>
                  <a:pt x="106" y="437"/>
                </a:lnTo>
                <a:lnTo>
                  <a:pt x="108" y="448"/>
                </a:lnTo>
                <a:lnTo>
                  <a:pt x="115" y="456"/>
                </a:lnTo>
                <a:lnTo>
                  <a:pt x="119" y="465"/>
                </a:lnTo>
                <a:lnTo>
                  <a:pt x="128" y="474"/>
                </a:lnTo>
                <a:lnTo>
                  <a:pt x="136" y="480"/>
                </a:lnTo>
                <a:lnTo>
                  <a:pt x="145" y="487"/>
                </a:lnTo>
                <a:lnTo>
                  <a:pt x="145" y="729"/>
                </a:lnTo>
                <a:lnTo>
                  <a:pt x="208" y="729"/>
                </a:lnTo>
                <a:lnTo>
                  <a:pt x="231" y="575"/>
                </a:lnTo>
                <a:lnTo>
                  <a:pt x="255" y="729"/>
                </a:lnTo>
                <a:lnTo>
                  <a:pt x="314" y="729"/>
                </a:lnTo>
                <a:lnTo>
                  <a:pt x="314" y="508"/>
                </a:lnTo>
                <a:close/>
              </a:path>
            </a:pathLst>
          </a:custGeom>
          <a:solidFill>
            <a:srgbClr val="0A4776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" name="PA_任意多边形 7"/>
          <p:cNvSpPr>
            <a:spLocks noEditPoints="1"/>
          </p:cNvSpPr>
          <p:nvPr>
            <p:custDataLst>
              <p:tags r:id="rId24"/>
            </p:custDataLst>
          </p:nvPr>
        </p:nvSpPr>
        <p:spPr bwMode="auto">
          <a:xfrm>
            <a:off x="3439539" y="1944535"/>
            <a:ext cx="344436" cy="339531"/>
          </a:xfrm>
          <a:custGeom>
            <a:avLst/>
            <a:gdLst>
              <a:gd name="T0" fmla="*/ 887 w 913"/>
              <a:gd name="T1" fmla="*/ 712 h 900"/>
              <a:gd name="T2" fmla="*/ 911 w 913"/>
              <a:gd name="T3" fmla="*/ 772 h 900"/>
              <a:gd name="T4" fmla="*/ 809 w 913"/>
              <a:gd name="T5" fmla="*/ 848 h 900"/>
              <a:gd name="T6" fmla="*/ 591 w 913"/>
              <a:gd name="T7" fmla="*/ 893 h 900"/>
              <a:gd name="T8" fmla="*/ 363 w 913"/>
              <a:gd name="T9" fmla="*/ 896 h 900"/>
              <a:gd name="T10" fmla="*/ 132 w 913"/>
              <a:gd name="T11" fmla="*/ 859 h 900"/>
              <a:gd name="T12" fmla="*/ 9 w 913"/>
              <a:gd name="T13" fmla="*/ 787 h 900"/>
              <a:gd name="T14" fmla="*/ 13 w 913"/>
              <a:gd name="T15" fmla="*/ 723 h 900"/>
              <a:gd name="T16" fmla="*/ 95 w 913"/>
              <a:gd name="T17" fmla="*/ 673 h 900"/>
              <a:gd name="T18" fmla="*/ 76 w 913"/>
              <a:gd name="T19" fmla="*/ 714 h 900"/>
              <a:gd name="T20" fmla="*/ 160 w 913"/>
              <a:gd name="T21" fmla="*/ 766 h 900"/>
              <a:gd name="T22" fmla="*/ 456 w 913"/>
              <a:gd name="T23" fmla="*/ 800 h 900"/>
              <a:gd name="T24" fmla="*/ 772 w 913"/>
              <a:gd name="T25" fmla="*/ 757 h 900"/>
              <a:gd name="T26" fmla="*/ 837 w 913"/>
              <a:gd name="T27" fmla="*/ 705 h 900"/>
              <a:gd name="T28" fmla="*/ 816 w 913"/>
              <a:gd name="T29" fmla="*/ 673 h 900"/>
              <a:gd name="T30" fmla="*/ 290 w 913"/>
              <a:gd name="T31" fmla="*/ 56 h 900"/>
              <a:gd name="T32" fmla="*/ 314 w 913"/>
              <a:gd name="T33" fmla="*/ 132 h 900"/>
              <a:gd name="T34" fmla="*/ 249 w 913"/>
              <a:gd name="T35" fmla="*/ 197 h 900"/>
              <a:gd name="T36" fmla="*/ 173 w 913"/>
              <a:gd name="T37" fmla="*/ 173 h 900"/>
              <a:gd name="T38" fmla="*/ 149 w 913"/>
              <a:gd name="T39" fmla="*/ 97 h 900"/>
              <a:gd name="T40" fmla="*/ 214 w 913"/>
              <a:gd name="T41" fmla="*/ 32 h 900"/>
              <a:gd name="T42" fmla="*/ 647 w 913"/>
              <a:gd name="T43" fmla="*/ 39 h 900"/>
              <a:gd name="T44" fmla="*/ 595 w 913"/>
              <a:gd name="T45" fmla="*/ 115 h 900"/>
              <a:gd name="T46" fmla="*/ 632 w 913"/>
              <a:gd name="T47" fmla="*/ 184 h 900"/>
              <a:gd name="T48" fmla="*/ 712 w 913"/>
              <a:gd name="T49" fmla="*/ 190 h 900"/>
              <a:gd name="T50" fmla="*/ 762 w 913"/>
              <a:gd name="T51" fmla="*/ 115 h 900"/>
              <a:gd name="T52" fmla="*/ 725 w 913"/>
              <a:gd name="T53" fmla="*/ 45 h 900"/>
              <a:gd name="T54" fmla="*/ 597 w 913"/>
              <a:gd name="T55" fmla="*/ 729 h 900"/>
              <a:gd name="T56" fmla="*/ 766 w 913"/>
              <a:gd name="T57" fmla="*/ 487 h 900"/>
              <a:gd name="T58" fmla="*/ 805 w 913"/>
              <a:gd name="T59" fmla="*/ 437 h 900"/>
              <a:gd name="T60" fmla="*/ 803 w 913"/>
              <a:gd name="T61" fmla="*/ 262 h 900"/>
              <a:gd name="T62" fmla="*/ 729 w 913"/>
              <a:gd name="T63" fmla="*/ 212 h 900"/>
              <a:gd name="T64" fmla="*/ 630 w 913"/>
              <a:gd name="T65" fmla="*/ 247 h 900"/>
              <a:gd name="T66" fmla="*/ 632 w 913"/>
              <a:gd name="T67" fmla="*/ 443 h 900"/>
              <a:gd name="T68" fmla="*/ 456 w 913"/>
              <a:gd name="T69" fmla="*/ 0 h 900"/>
              <a:gd name="T70" fmla="*/ 541 w 913"/>
              <a:gd name="T71" fmla="*/ 56 h 900"/>
              <a:gd name="T72" fmla="*/ 532 w 913"/>
              <a:gd name="T73" fmla="*/ 143 h 900"/>
              <a:gd name="T74" fmla="*/ 456 w 913"/>
              <a:gd name="T75" fmla="*/ 182 h 900"/>
              <a:gd name="T76" fmla="*/ 374 w 913"/>
              <a:gd name="T77" fmla="*/ 128 h 900"/>
              <a:gd name="T78" fmla="*/ 383 w 913"/>
              <a:gd name="T79" fmla="*/ 41 h 900"/>
              <a:gd name="T80" fmla="*/ 456 w 913"/>
              <a:gd name="T81" fmla="*/ 0 h 900"/>
              <a:gd name="T82" fmla="*/ 580 w 913"/>
              <a:gd name="T83" fmla="*/ 465 h 900"/>
              <a:gd name="T84" fmla="*/ 593 w 913"/>
              <a:gd name="T85" fmla="*/ 283 h 900"/>
              <a:gd name="T86" fmla="*/ 541 w 913"/>
              <a:gd name="T87" fmla="*/ 206 h 900"/>
              <a:gd name="T88" fmla="*/ 368 w 913"/>
              <a:gd name="T89" fmla="*/ 206 h 900"/>
              <a:gd name="T90" fmla="*/ 316 w 913"/>
              <a:gd name="T91" fmla="*/ 283 h 900"/>
              <a:gd name="T92" fmla="*/ 329 w 913"/>
              <a:gd name="T93" fmla="*/ 465 h 900"/>
              <a:gd name="T94" fmla="*/ 433 w 913"/>
              <a:gd name="T95" fmla="*/ 759 h 900"/>
              <a:gd name="T96" fmla="*/ 314 w 913"/>
              <a:gd name="T97" fmla="*/ 508 h 900"/>
              <a:gd name="T98" fmla="*/ 275 w 913"/>
              <a:gd name="T99" fmla="*/ 420 h 900"/>
              <a:gd name="T100" fmla="*/ 296 w 913"/>
              <a:gd name="T101" fmla="*/ 214 h 900"/>
              <a:gd name="T102" fmla="*/ 149 w 913"/>
              <a:gd name="T103" fmla="*/ 218 h 900"/>
              <a:gd name="T104" fmla="*/ 102 w 913"/>
              <a:gd name="T105" fmla="*/ 292 h 900"/>
              <a:gd name="T106" fmla="*/ 115 w 913"/>
              <a:gd name="T107" fmla="*/ 456 h 900"/>
              <a:gd name="T108" fmla="*/ 208 w 913"/>
              <a:gd name="T109" fmla="*/ 729 h 9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913" h="900">
                <a:moveTo>
                  <a:pt x="816" y="673"/>
                </a:moveTo>
                <a:lnTo>
                  <a:pt x="816" y="673"/>
                </a:lnTo>
                <a:lnTo>
                  <a:pt x="837" y="681"/>
                </a:lnTo>
                <a:lnTo>
                  <a:pt x="857" y="690"/>
                </a:lnTo>
                <a:lnTo>
                  <a:pt x="874" y="701"/>
                </a:lnTo>
                <a:lnTo>
                  <a:pt x="887" y="712"/>
                </a:lnTo>
                <a:lnTo>
                  <a:pt x="898" y="723"/>
                </a:lnTo>
                <a:lnTo>
                  <a:pt x="906" y="736"/>
                </a:lnTo>
                <a:lnTo>
                  <a:pt x="911" y="746"/>
                </a:lnTo>
                <a:lnTo>
                  <a:pt x="913" y="759"/>
                </a:lnTo>
                <a:lnTo>
                  <a:pt x="913" y="759"/>
                </a:lnTo>
                <a:lnTo>
                  <a:pt x="911" y="772"/>
                </a:lnTo>
                <a:lnTo>
                  <a:pt x="904" y="787"/>
                </a:lnTo>
                <a:lnTo>
                  <a:pt x="891" y="800"/>
                </a:lnTo>
                <a:lnTo>
                  <a:pt x="876" y="813"/>
                </a:lnTo>
                <a:lnTo>
                  <a:pt x="857" y="826"/>
                </a:lnTo>
                <a:lnTo>
                  <a:pt x="835" y="837"/>
                </a:lnTo>
                <a:lnTo>
                  <a:pt x="809" y="848"/>
                </a:lnTo>
                <a:lnTo>
                  <a:pt x="779" y="859"/>
                </a:lnTo>
                <a:lnTo>
                  <a:pt x="746" y="867"/>
                </a:lnTo>
                <a:lnTo>
                  <a:pt x="712" y="876"/>
                </a:lnTo>
                <a:lnTo>
                  <a:pt x="673" y="883"/>
                </a:lnTo>
                <a:lnTo>
                  <a:pt x="634" y="889"/>
                </a:lnTo>
                <a:lnTo>
                  <a:pt x="591" y="893"/>
                </a:lnTo>
                <a:lnTo>
                  <a:pt x="547" y="896"/>
                </a:lnTo>
                <a:lnTo>
                  <a:pt x="502" y="898"/>
                </a:lnTo>
                <a:lnTo>
                  <a:pt x="456" y="900"/>
                </a:lnTo>
                <a:lnTo>
                  <a:pt x="456" y="900"/>
                </a:lnTo>
                <a:lnTo>
                  <a:pt x="409" y="898"/>
                </a:lnTo>
                <a:lnTo>
                  <a:pt x="363" y="896"/>
                </a:lnTo>
                <a:lnTo>
                  <a:pt x="320" y="893"/>
                </a:lnTo>
                <a:lnTo>
                  <a:pt x="277" y="889"/>
                </a:lnTo>
                <a:lnTo>
                  <a:pt x="238" y="883"/>
                </a:lnTo>
                <a:lnTo>
                  <a:pt x="201" y="876"/>
                </a:lnTo>
                <a:lnTo>
                  <a:pt x="164" y="867"/>
                </a:lnTo>
                <a:lnTo>
                  <a:pt x="132" y="859"/>
                </a:lnTo>
                <a:lnTo>
                  <a:pt x="104" y="848"/>
                </a:lnTo>
                <a:lnTo>
                  <a:pt x="78" y="837"/>
                </a:lnTo>
                <a:lnTo>
                  <a:pt x="54" y="826"/>
                </a:lnTo>
                <a:lnTo>
                  <a:pt x="35" y="813"/>
                </a:lnTo>
                <a:lnTo>
                  <a:pt x="19" y="800"/>
                </a:lnTo>
                <a:lnTo>
                  <a:pt x="9" y="787"/>
                </a:lnTo>
                <a:lnTo>
                  <a:pt x="2" y="772"/>
                </a:lnTo>
                <a:lnTo>
                  <a:pt x="0" y="759"/>
                </a:lnTo>
                <a:lnTo>
                  <a:pt x="0" y="759"/>
                </a:lnTo>
                <a:lnTo>
                  <a:pt x="0" y="746"/>
                </a:lnTo>
                <a:lnTo>
                  <a:pt x="6" y="736"/>
                </a:lnTo>
                <a:lnTo>
                  <a:pt x="13" y="723"/>
                </a:lnTo>
                <a:lnTo>
                  <a:pt x="24" y="712"/>
                </a:lnTo>
                <a:lnTo>
                  <a:pt x="39" y="701"/>
                </a:lnTo>
                <a:lnTo>
                  <a:pt x="54" y="690"/>
                </a:lnTo>
                <a:lnTo>
                  <a:pt x="74" y="681"/>
                </a:lnTo>
                <a:lnTo>
                  <a:pt x="95" y="673"/>
                </a:lnTo>
                <a:lnTo>
                  <a:pt x="95" y="673"/>
                </a:lnTo>
                <a:lnTo>
                  <a:pt x="87" y="679"/>
                </a:lnTo>
                <a:lnTo>
                  <a:pt x="80" y="688"/>
                </a:lnTo>
                <a:lnTo>
                  <a:pt x="76" y="697"/>
                </a:lnTo>
                <a:lnTo>
                  <a:pt x="74" y="705"/>
                </a:lnTo>
                <a:lnTo>
                  <a:pt x="74" y="705"/>
                </a:lnTo>
                <a:lnTo>
                  <a:pt x="76" y="714"/>
                </a:lnTo>
                <a:lnTo>
                  <a:pt x="80" y="723"/>
                </a:lnTo>
                <a:lnTo>
                  <a:pt x="91" y="733"/>
                </a:lnTo>
                <a:lnTo>
                  <a:pt x="104" y="742"/>
                </a:lnTo>
                <a:lnTo>
                  <a:pt x="119" y="751"/>
                </a:lnTo>
                <a:lnTo>
                  <a:pt x="138" y="757"/>
                </a:lnTo>
                <a:lnTo>
                  <a:pt x="160" y="766"/>
                </a:lnTo>
                <a:lnTo>
                  <a:pt x="186" y="772"/>
                </a:lnTo>
                <a:lnTo>
                  <a:pt x="242" y="783"/>
                </a:lnTo>
                <a:lnTo>
                  <a:pt x="307" y="792"/>
                </a:lnTo>
                <a:lnTo>
                  <a:pt x="379" y="798"/>
                </a:lnTo>
                <a:lnTo>
                  <a:pt x="456" y="800"/>
                </a:lnTo>
                <a:lnTo>
                  <a:pt x="456" y="800"/>
                </a:lnTo>
                <a:lnTo>
                  <a:pt x="532" y="798"/>
                </a:lnTo>
                <a:lnTo>
                  <a:pt x="604" y="792"/>
                </a:lnTo>
                <a:lnTo>
                  <a:pt x="668" y="783"/>
                </a:lnTo>
                <a:lnTo>
                  <a:pt x="727" y="772"/>
                </a:lnTo>
                <a:lnTo>
                  <a:pt x="751" y="766"/>
                </a:lnTo>
                <a:lnTo>
                  <a:pt x="772" y="757"/>
                </a:lnTo>
                <a:lnTo>
                  <a:pt x="792" y="751"/>
                </a:lnTo>
                <a:lnTo>
                  <a:pt x="809" y="742"/>
                </a:lnTo>
                <a:lnTo>
                  <a:pt x="820" y="733"/>
                </a:lnTo>
                <a:lnTo>
                  <a:pt x="831" y="723"/>
                </a:lnTo>
                <a:lnTo>
                  <a:pt x="835" y="714"/>
                </a:lnTo>
                <a:lnTo>
                  <a:pt x="837" y="705"/>
                </a:lnTo>
                <a:lnTo>
                  <a:pt x="837" y="705"/>
                </a:lnTo>
                <a:lnTo>
                  <a:pt x="837" y="697"/>
                </a:lnTo>
                <a:lnTo>
                  <a:pt x="833" y="688"/>
                </a:lnTo>
                <a:lnTo>
                  <a:pt x="824" y="679"/>
                </a:lnTo>
                <a:lnTo>
                  <a:pt x="816" y="673"/>
                </a:lnTo>
                <a:lnTo>
                  <a:pt x="816" y="673"/>
                </a:lnTo>
                <a:close/>
                <a:moveTo>
                  <a:pt x="231" y="32"/>
                </a:moveTo>
                <a:lnTo>
                  <a:pt x="231" y="32"/>
                </a:lnTo>
                <a:lnTo>
                  <a:pt x="249" y="32"/>
                </a:lnTo>
                <a:lnTo>
                  <a:pt x="264" y="39"/>
                </a:lnTo>
                <a:lnTo>
                  <a:pt x="277" y="45"/>
                </a:lnTo>
                <a:lnTo>
                  <a:pt x="290" y="56"/>
                </a:lnTo>
                <a:lnTo>
                  <a:pt x="301" y="69"/>
                </a:lnTo>
                <a:lnTo>
                  <a:pt x="307" y="82"/>
                </a:lnTo>
                <a:lnTo>
                  <a:pt x="314" y="97"/>
                </a:lnTo>
                <a:lnTo>
                  <a:pt x="314" y="115"/>
                </a:lnTo>
                <a:lnTo>
                  <a:pt x="314" y="115"/>
                </a:lnTo>
                <a:lnTo>
                  <a:pt x="314" y="132"/>
                </a:lnTo>
                <a:lnTo>
                  <a:pt x="307" y="147"/>
                </a:lnTo>
                <a:lnTo>
                  <a:pt x="301" y="162"/>
                </a:lnTo>
                <a:lnTo>
                  <a:pt x="290" y="173"/>
                </a:lnTo>
                <a:lnTo>
                  <a:pt x="277" y="184"/>
                </a:lnTo>
                <a:lnTo>
                  <a:pt x="264" y="190"/>
                </a:lnTo>
                <a:lnTo>
                  <a:pt x="249" y="197"/>
                </a:lnTo>
                <a:lnTo>
                  <a:pt x="231" y="197"/>
                </a:lnTo>
                <a:lnTo>
                  <a:pt x="231" y="197"/>
                </a:lnTo>
                <a:lnTo>
                  <a:pt x="214" y="197"/>
                </a:lnTo>
                <a:lnTo>
                  <a:pt x="199" y="190"/>
                </a:lnTo>
                <a:lnTo>
                  <a:pt x="186" y="184"/>
                </a:lnTo>
                <a:lnTo>
                  <a:pt x="173" y="173"/>
                </a:lnTo>
                <a:lnTo>
                  <a:pt x="162" y="162"/>
                </a:lnTo>
                <a:lnTo>
                  <a:pt x="156" y="147"/>
                </a:lnTo>
                <a:lnTo>
                  <a:pt x="149" y="132"/>
                </a:lnTo>
                <a:lnTo>
                  <a:pt x="149" y="115"/>
                </a:lnTo>
                <a:lnTo>
                  <a:pt x="149" y="115"/>
                </a:lnTo>
                <a:lnTo>
                  <a:pt x="149" y="97"/>
                </a:lnTo>
                <a:lnTo>
                  <a:pt x="156" y="82"/>
                </a:lnTo>
                <a:lnTo>
                  <a:pt x="162" y="69"/>
                </a:lnTo>
                <a:lnTo>
                  <a:pt x="173" y="56"/>
                </a:lnTo>
                <a:lnTo>
                  <a:pt x="186" y="45"/>
                </a:lnTo>
                <a:lnTo>
                  <a:pt x="199" y="39"/>
                </a:lnTo>
                <a:lnTo>
                  <a:pt x="214" y="32"/>
                </a:lnTo>
                <a:lnTo>
                  <a:pt x="231" y="32"/>
                </a:lnTo>
                <a:lnTo>
                  <a:pt x="231" y="32"/>
                </a:lnTo>
                <a:close/>
                <a:moveTo>
                  <a:pt x="679" y="32"/>
                </a:moveTo>
                <a:lnTo>
                  <a:pt x="679" y="32"/>
                </a:lnTo>
                <a:lnTo>
                  <a:pt x="662" y="32"/>
                </a:lnTo>
                <a:lnTo>
                  <a:pt x="647" y="39"/>
                </a:lnTo>
                <a:lnTo>
                  <a:pt x="632" y="45"/>
                </a:lnTo>
                <a:lnTo>
                  <a:pt x="621" y="56"/>
                </a:lnTo>
                <a:lnTo>
                  <a:pt x="610" y="69"/>
                </a:lnTo>
                <a:lnTo>
                  <a:pt x="601" y="82"/>
                </a:lnTo>
                <a:lnTo>
                  <a:pt x="597" y="97"/>
                </a:lnTo>
                <a:lnTo>
                  <a:pt x="595" y="115"/>
                </a:lnTo>
                <a:lnTo>
                  <a:pt x="595" y="115"/>
                </a:lnTo>
                <a:lnTo>
                  <a:pt x="597" y="132"/>
                </a:lnTo>
                <a:lnTo>
                  <a:pt x="601" y="147"/>
                </a:lnTo>
                <a:lnTo>
                  <a:pt x="610" y="162"/>
                </a:lnTo>
                <a:lnTo>
                  <a:pt x="621" y="173"/>
                </a:lnTo>
                <a:lnTo>
                  <a:pt x="632" y="184"/>
                </a:lnTo>
                <a:lnTo>
                  <a:pt x="647" y="190"/>
                </a:lnTo>
                <a:lnTo>
                  <a:pt x="662" y="197"/>
                </a:lnTo>
                <a:lnTo>
                  <a:pt x="679" y="197"/>
                </a:lnTo>
                <a:lnTo>
                  <a:pt x="679" y="197"/>
                </a:lnTo>
                <a:lnTo>
                  <a:pt x="694" y="197"/>
                </a:lnTo>
                <a:lnTo>
                  <a:pt x="712" y="190"/>
                </a:lnTo>
                <a:lnTo>
                  <a:pt x="725" y="184"/>
                </a:lnTo>
                <a:lnTo>
                  <a:pt x="738" y="173"/>
                </a:lnTo>
                <a:lnTo>
                  <a:pt x="749" y="162"/>
                </a:lnTo>
                <a:lnTo>
                  <a:pt x="755" y="147"/>
                </a:lnTo>
                <a:lnTo>
                  <a:pt x="759" y="132"/>
                </a:lnTo>
                <a:lnTo>
                  <a:pt x="762" y="115"/>
                </a:lnTo>
                <a:lnTo>
                  <a:pt x="762" y="115"/>
                </a:lnTo>
                <a:lnTo>
                  <a:pt x="759" y="97"/>
                </a:lnTo>
                <a:lnTo>
                  <a:pt x="755" y="82"/>
                </a:lnTo>
                <a:lnTo>
                  <a:pt x="749" y="69"/>
                </a:lnTo>
                <a:lnTo>
                  <a:pt x="738" y="56"/>
                </a:lnTo>
                <a:lnTo>
                  <a:pt x="725" y="45"/>
                </a:lnTo>
                <a:lnTo>
                  <a:pt x="712" y="39"/>
                </a:lnTo>
                <a:lnTo>
                  <a:pt x="694" y="32"/>
                </a:lnTo>
                <a:lnTo>
                  <a:pt x="679" y="32"/>
                </a:lnTo>
                <a:lnTo>
                  <a:pt x="679" y="32"/>
                </a:lnTo>
                <a:close/>
                <a:moveTo>
                  <a:pt x="597" y="508"/>
                </a:moveTo>
                <a:lnTo>
                  <a:pt x="597" y="729"/>
                </a:lnTo>
                <a:lnTo>
                  <a:pt x="656" y="729"/>
                </a:lnTo>
                <a:lnTo>
                  <a:pt x="679" y="575"/>
                </a:lnTo>
                <a:lnTo>
                  <a:pt x="701" y="729"/>
                </a:lnTo>
                <a:lnTo>
                  <a:pt x="766" y="729"/>
                </a:lnTo>
                <a:lnTo>
                  <a:pt x="766" y="487"/>
                </a:lnTo>
                <a:lnTo>
                  <a:pt x="766" y="487"/>
                </a:lnTo>
                <a:lnTo>
                  <a:pt x="774" y="480"/>
                </a:lnTo>
                <a:lnTo>
                  <a:pt x="783" y="474"/>
                </a:lnTo>
                <a:lnTo>
                  <a:pt x="790" y="465"/>
                </a:lnTo>
                <a:lnTo>
                  <a:pt x="796" y="456"/>
                </a:lnTo>
                <a:lnTo>
                  <a:pt x="803" y="448"/>
                </a:lnTo>
                <a:lnTo>
                  <a:pt x="805" y="437"/>
                </a:lnTo>
                <a:lnTo>
                  <a:pt x="807" y="426"/>
                </a:lnTo>
                <a:lnTo>
                  <a:pt x="809" y="415"/>
                </a:lnTo>
                <a:lnTo>
                  <a:pt x="809" y="292"/>
                </a:lnTo>
                <a:lnTo>
                  <a:pt x="809" y="292"/>
                </a:lnTo>
                <a:lnTo>
                  <a:pt x="807" y="277"/>
                </a:lnTo>
                <a:lnTo>
                  <a:pt x="803" y="262"/>
                </a:lnTo>
                <a:lnTo>
                  <a:pt x="794" y="249"/>
                </a:lnTo>
                <a:lnTo>
                  <a:pt x="785" y="236"/>
                </a:lnTo>
                <a:lnTo>
                  <a:pt x="774" y="227"/>
                </a:lnTo>
                <a:lnTo>
                  <a:pt x="759" y="218"/>
                </a:lnTo>
                <a:lnTo>
                  <a:pt x="746" y="214"/>
                </a:lnTo>
                <a:lnTo>
                  <a:pt x="729" y="212"/>
                </a:lnTo>
                <a:lnTo>
                  <a:pt x="632" y="212"/>
                </a:lnTo>
                <a:lnTo>
                  <a:pt x="632" y="212"/>
                </a:lnTo>
                <a:lnTo>
                  <a:pt x="614" y="214"/>
                </a:lnTo>
                <a:lnTo>
                  <a:pt x="614" y="214"/>
                </a:lnTo>
                <a:lnTo>
                  <a:pt x="623" y="231"/>
                </a:lnTo>
                <a:lnTo>
                  <a:pt x="630" y="247"/>
                </a:lnTo>
                <a:lnTo>
                  <a:pt x="634" y="266"/>
                </a:lnTo>
                <a:lnTo>
                  <a:pt x="634" y="283"/>
                </a:lnTo>
                <a:lnTo>
                  <a:pt x="634" y="420"/>
                </a:lnTo>
                <a:lnTo>
                  <a:pt x="634" y="420"/>
                </a:lnTo>
                <a:lnTo>
                  <a:pt x="634" y="433"/>
                </a:lnTo>
                <a:lnTo>
                  <a:pt x="632" y="443"/>
                </a:lnTo>
                <a:lnTo>
                  <a:pt x="625" y="467"/>
                </a:lnTo>
                <a:lnTo>
                  <a:pt x="612" y="491"/>
                </a:lnTo>
                <a:lnTo>
                  <a:pt x="597" y="508"/>
                </a:lnTo>
                <a:lnTo>
                  <a:pt x="597" y="508"/>
                </a:lnTo>
                <a:close/>
                <a:moveTo>
                  <a:pt x="456" y="0"/>
                </a:moveTo>
                <a:lnTo>
                  <a:pt x="456" y="0"/>
                </a:lnTo>
                <a:lnTo>
                  <a:pt x="476" y="2"/>
                </a:lnTo>
                <a:lnTo>
                  <a:pt x="493" y="9"/>
                </a:lnTo>
                <a:lnTo>
                  <a:pt x="508" y="17"/>
                </a:lnTo>
                <a:lnTo>
                  <a:pt x="521" y="28"/>
                </a:lnTo>
                <a:lnTo>
                  <a:pt x="532" y="41"/>
                </a:lnTo>
                <a:lnTo>
                  <a:pt x="541" y="56"/>
                </a:lnTo>
                <a:lnTo>
                  <a:pt x="545" y="74"/>
                </a:lnTo>
                <a:lnTo>
                  <a:pt x="547" y="91"/>
                </a:lnTo>
                <a:lnTo>
                  <a:pt x="547" y="91"/>
                </a:lnTo>
                <a:lnTo>
                  <a:pt x="545" y="110"/>
                </a:lnTo>
                <a:lnTo>
                  <a:pt x="541" y="128"/>
                </a:lnTo>
                <a:lnTo>
                  <a:pt x="532" y="143"/>
                </a:lnTo>
                <a:lnTo>
                  <a:pt x="521" y="156"/>
                </a:lnTo>
                <a:lnTo>
                  <a:pt x="508" y="167"/>
                </a:lnTo>
                <a:lnTo>
                  <a:pt x="493" y="175"/>
                </a:lnTo>
                <a:lnTo>
                  <a:pt x="476" y="180"/>
                </a:lnTo>
                <a:lnTo>
                  <a:pt x="456" y="182"/>
                </a:lnTo>
                <a:lnTo>
                  <a:pt x="456" y="182"/>
                </a:lnTo>
                <a:lnTo>
                  <a:pt x="439" y="180"/>
                </a:lnTo>
                <a:lnTo>
                  <a:pt x="422" y="175"/>
                </a:lnTo>
                <a:lnTo>
                  <a:pt x="407" y="167"/>
                </a:lnTo>
                <a:lnTo>
                  <a:pt x="394" y="156"/>
                </a:lnTo>
                <a:lnTo>
                  <a:pt x="383" y="143"/>
                </a:lnTo>
                <a:lnTo>
                  <a:pt x="374" y="128"/>
                </a:lnTo>
                <a:lnTo>
                  <a:pt x="368" y="110"/>
                </a:lnTo>
                <a:lnTo>
                  <a:pt x="368" y="91"/>
                </a:lnTo>
                <a:lnTo>
                  <a:pt x="368" y="91"/>
                </a:lnTo>
                <a:lnTo>
                  <a:pt x="368" y="74"/>
                </a:lnTo>
                <a:lnTo>
                  <a:pt x="374" y="56"/>
                </a:lnTo>
                <a:lnTo>
                  <a:pt x="383" y="41"/>
                </a:lnTo>
                <a:lnTo>
                  <a:pt x="394" y="28"/>
                </a:lnTo>
                <a:lnTo>
                  <a:pt x="407" y="17"/>
                </a:lnTo>
                <a:lnTo>
                  <a:pt x="422" y="9"/>
                </a:lnTo>
                <a:lnTo>
                  <a:pt x="439" y="2"/>
                </a:lnTo>
                <a:lnTo>
                  <a:pt x="456" y="0"/>
                </a:lnTo>
                <a:lnTo>
                  <a:pt x="456" y="0"/>
                </a:lnTo>
                <a:close/>
                <a:moveTo>
                  <a:pt x="547" y="495"/>
                </a:moveTo>
                <a:lnTo>
                  <a:pt x="547" y="495"/>
                </a:lnTo>
                <a:lnTo>
                  <a:pt x="556" y="489"/>
                </a:lnTo>
                <a:lnTo>
                  <a:pt x="565" y="482"/>
                </a:lnTo>
                <a:lnTo>
                  <a:pt x="573" y="474"/>
                </a:lnTo>
                <a:lnTo>
                  <a:pt x="580" y="465"/>
                </a:lnTo>
                <a:lnTo>
                  <a:pt x="586" y="454"/>
                </a:lnTo>
                <a:lnTo>
                  <a:pt x="591" y="443"/>
                </a:lnTo>
                <a:lnTo>
                  <a:pt x="593" y="430"/>
                </a:lnTo>
                <a:lnTo>
                  <a:pt x="593" y="420"/>
                </a:lnTo>
                <a:lnTo>
                  <a:pt x="593" y="283"/>
                </a:lnTo>
                <a:lnTo>
                  <a:pt x="593" y="283"/>
                </a:lnTo>
                <a:lnTo>
                  <a:pt x="591" y="266"/>
                </a:lnTo>
                <a:lnTo>
                  <a:pt x="586" y="251"/>
                </a:lnTo>
                <a:lnTo>
                  <a:pt x="578" y="236"/>
                </a:lnTo>
                <a:lnTo>
                  <a:pt x="569" y="223"/>
                </a:lnTo>
                <a:lnTo>
                  <a:pt x="556" y="212"/>
                </a:lnTo>
                <a:lnTo>
                  <a:pt x="541" y="206"/>
                </a:lnTo>
                <a:lnTo>
                  <a:pt x="524" y="199"/>
                </a:lnTo>
                <a:lnTo>
                  <a:pt x="508" y="199"/>
                </a:lnTo>
                <a:lnTo>
                  <a:pt x="402" y="199"/>
                </a:lnTo>
                <a:lnTo>
                  <a:pt x="402" y="199"/>
                </a:lnTo>
                <a:lnTo>
                  <a:pt x="385" y="199"/>
                </a:lnTo>
                <a:lnTo>
                  <a:pt x="368" y="206"/>
                </a:lnTo>
                <a:lnTo>
                  <a:pt x="355" y="212"/>
                </a:lnTo>
                <a:lnTo>
                  <a:pt x="342" y="223"/>
                </a:lnTo>
                <a:lnTo>
                  <a:pt x="331" y="236"/>
                </a:lnTo>
                <a:lnTo>
                  <a:pt x="322" y="251"/>
                </a:lnTo>
                <a:lnTo>
                  <a:pt x="318" y="266"/>
                </a:lnTo>
                <a:lnTo>
                  <a:pt x="316" y="283"/>
                </a:lnTo>
                <a:lnTo>
                  <a:pt x="316" y="420"/>
                </a:lnTo>
                <a:lnTo>
                  <a:pt x="316" y="420"/>
                </a:lnTo>
                <a:lnTo>
                  <a:pt x="316" y="430"/>
                </a:lnTo>
                <a:lnTo>
                  <a:pt x="320" y="443"/>
                </a:lnTo>
                <a:lnTo>
                  <a:pt x="325" y="454"/>
                </a:lnTo>
                <a:lnTo>
                  <a:pt x="329" y="465"/>
                </a:lnTo>
                <a:lnTo>
                  <a:pt x="335" y="474"/>
                </a:lnTo>
                <a:lnTo>
                  <a:pt x="344" y="482"/>
                </a:lnTo>
                <a:lnTo>
                  <a:pt x="353" y="489"/>
                </a:lnTo>
                <a:lnTo>
                  <a:pt x="363" y="495"/>
                </a:lnTo>
                <a:lnTo>
                  <a:pt x="363" y="759"/>
                </a:lnTo>
                <a:lnTo>
                  <a:pt x="433" y="759"/>
                </a:lnTo>
                <a:lnTo>
                  <a:pt x="456" y="593"/>
                </a:lnTo>
                <a:lnTo>
                  <a:pt x="482" y="759"/>
                </a:lnTo>
                <a:lnTo>
                  <a:pt x="547" y="759"/>
                </a:lnTo>
                <a:lnTo>
                  <a:pt x="547" y="495"/>
                </a:lnTo>
                <a:lnTo>
                  <a:pt x="547" y="495"/>
                </a:lnTo>
                <a:close/>
                <a:moveTo>
                  <a:pt x="314" y="508"/>
                </a:moveTo>
                <a:lnTo>
                  <a:pt x="314" y="508"/>
                </a:lnTo>
                <a:lnTo>
                  <a:pt x="296" y="491"/>
                </a:lnTo>
                <a:lnTo>
                  <a:pt x="286" y="467"/>
                </a:lnTo>
                <a:lnTo>
                  <a:pt x="277" y="443"/>
                </a:lnTo>
                <a:lnTo>
                  <a:pt x="277" y="433"/>
                </a:lnTo>
                <a:lnTo>
                  <a:pt x="275" y="420"/>
                </a:lnTo>
                <a:lnTo>
                  <a:pt x="275" y="283"/>
                </a:lnTo>
                <a:lnTo>
                  <a:pt x="275" y="283"/>
                </a:lnTo>
                <a:lnTo>
                  <a:pt x="277" y="266"/>
                </a:lnTo>
                <a:lnTo>
                  <a:pt x="281" y="247"/>
                </a:lnTo>
                <a:lnTo>
                  <a:pt x="288" y="231"/>
                </a:lnTo>
                <a:lnTo>
                  <a:pt x="296" y="214"/>
                </a:lnTo>
                <a:lnTo>
                  <a:pt x="296" y="214"/>
                </a:lnTo>
                <a:lnTo>
                  <a:pt x="277" y="212"/>
                </a:lnTo>
                <a:lnTo>
                  <a:pt x="182" y="212"/>
                </a:lnTo>
                <a:lnTo>
                  <a:pt x="182" y="212"/>
                </a:lnTo>
                <a:lnTo>
                  <a:pt x="164" y="214"/>
                </a:lnTo>
                <a:lnTo>
                  <a:pt x="149" y="218"/>
                </a:lnTo>
                <a:lnTo>
                  <a:pt x="136" y="227"/>
                </a:lnTo>
                <a:lnTo>
                  <a:pt x="125" y="236"/>
                </a:lnTo>
                <a:lnTo>
                  <a:pt x="115" y="249"/>
                </a:lnTo>
                <a:lnTo>
                  <a:pt x="108" y="262"/>
                </a:lnTo>
                <a:lnTo>
                  <a:pt x="104" y="277"/>
                </a:lnTo>
                <a:lnTo>
                  <a:pt x="102" y="292"/>
                </a:lnTo>
                <a:lnTo>
                  <a:pt x="102" y="415"/>
                </a:lnTo>
                <a:lnTo>
                  <a:pt x="102" y="415"/>
                </a:lnTo>
                <a:lnTo>
                  <a:pt x="102" y="426"/>
                </a:lnTo>
                <a:lnTo>
                  <a:pt x="106" y="437"/>
                </a:lnTo>
                <a:lnTo>
                  <a:pt x="108" y="448"/>
                </a:lnTo>
                <a:lnTo>
                  <a:pt x="115" y="456"/>
                </a:lnTo>
                <a:lnTo>
                  <a:pt x="119" y="465"/>
                </a:lnTo>
                <a:lnTo>
                  <a:pt x="128" y="474"/>
                </a:lnTo>
                <a:lnTo>
                  <a:pt x="136" y="480"/>
                </a:lnTo>
                <a:lnTo>
                  <a:pt x="145" y="487"/>
                </a:lnTo>
                <a:lnTo>
                  <a:pt x="145" y="729"/>
                </a:lnTo>
                <a:lnTo>
                  <a:pt x="208" y="729"/>
                </a:lnTo>
                <a:lnTo>
                  <a:pt x="231" y="575"/>
                </a:lnTo>
                <a:lnTo>
                  <a:pt x="255" y="729"/>
                </a:lnTo>
                <a:lnTo>
                  <a:pt x="314" y="729"/>
                </a:lnTo>
                <a:lnTo>
                  <a:pt x="314" y="508"/>
                </a:lnTo>
                <a:close/>
              </a:path>
            </a:pathLst>
          </a:custGeom>
          <a:solidFill>
            <a:srgbClr val="0A4776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/>
          </a:p>
        </p:txBody>
      </p:sp>
      <p:sp>
        <p:nvSpPr>
          <p:cNvPr id="3" name="PA_任意多边形 7"/>
          <p:cNvSpPr>
            <a:spLocks noEditPoints="1"/>
          </p:cNvSpPr>
          <p:nvPr>
            <p:custDataLst>
              <p:tags r:id="rId25"/>
            </p:custDataLst>
          </p:nvPr>
        </p:nvSpPr>
        <p:spPr bwMode="auto">
          <a:xfrm>
            <a:off x="5451854" y="1944535"/>
            <a:ext cx="344436" cy="339531"/>
          </a:xfrm>
          <a:custGeom>
            <a:avLst/>
            <a:gdLst>
              <a:gd name="T0" fmla="*/ 887 w 913"/>
              <a:gd name="T1" fmla="*/ 712 h 900"/>
              <a:gd name="T2" fmla="*/ 911 w 913"/>
              <a:gd name="T3" fmla="*/ 772 h 900"/>
              <a:gd name="T4" fmla="*/ 809 w 913"/>
              <a:gd name="T5" fmla="*/ 848 h 900"/>
              <a:gd name="T6" fmla="*/ 591 w 913"/>
              <a:gd name="T7" fmla="*/ 893 h 900"/>
              <a:gd name="T8" fmla="*/ 363 w 913"/>
              <a:gd name="T9" fmla="*/ 896 h 900"/>
              <a:gd name="T10" fmla="*/ 132 w 913"/>
              <a:gd name="T11" fmla="*/ 859 h 900"/>
              <a:gd name="T12" fmla="*/ 9 w 913"/>
              <a:gd name="T13" fmla="*/ 787 h 900"/>
              <a:gd name="T14" fmla="*/ 13 w 913"/>
              <a:gd name="T15" fmla="*/ 723 h 900"/>
              <a:gd name="T16" fmla="*/ 95 w 913"/>
              <a:gd name="T17" fmla="*/ 673 h 900"/>
              <a:gd name="T18" fmla="*/ 76 w 913"/>
              <a:gd name="T19" fmla="*/ 714 h 900"/>
              <a:gd name="T20" fmla="*/ 160 w 913"/>
              <a:gd name="T21" fmla="*/ 766 h 900"/>
              <a:gd name="T22" fmla="*/ 456 w 913"/>
              <a:gd name="T23" fmla="*/ 800 h 900"/>
              <a:gd name="T24" fmla="*/ 772 w 913"/>
              <a:gd name="T25" fmla="*/ 757 h 900"/>
              <a:gd name="T26" fmla="*/ 837 w 913"/>
              <a:gd name="T27" fmla="*/ 705 h 900"/>
              <a:gd name="T28" fmla="*/ 816 w 913"/>
              <a:gd name="T29" fmla="*/ 673 h 900"/>
              <a:gd name="T30" fmla="*/ 290 w 913"/>
              <a:gd name="T31" fmla="*/ 56 h 900"/>
              <a:gd name="T32" fmla="*/ 314 w 913"/>
              <a:gd name="T33" fmla="*/ 132 h 900"/>
              <a:gd name="T34" fmla="*/ 249 w 913"/>
              <a:gd name="T35" fmla="*/ 197 h 900"/>
              <a:gd name="T36" fmla="*/ 173 w 913"/>
              <a:gd name="T37" fmla="*/ 173 h 900"/>
              <a:gd name="T38" fmla="*/ 149 w 913"/>
              <a:gd name="T39" fmla="*/ 97 h 900"/>
              <a:gd name="T40" fmla="*/ 214 w 913"/>
              <a:gd name="T41" fmla="*/ 32 h 900"/>
              <a:gd name="T42" fmla="*/ 647 w 913"/>
              <a:gd name="T43" fmla="*/ 39 h 900"/>
              <a:gd name="T44" fmla="*/ 595 w 913"/>
              <a:gd name="T45" fmla="*/ 115 h 900"/>
              <a:gd name="T46" fmla="*/ 632 w 913"/>
              <a:gd name="T47" fmla="*/ 184 h 900"/>
              <a:gd name="T48" fmla="*/ 712 w 913"/>
              <a:gd name="T49" fmla="*/ 190 h 900"/>
              <a:gd name="T50" fmla="*/ 762 w 913"/>
              <a:gd name="T51" fmla="*/ 115 h 900"/>
              <a:gd name="T52" fmla="*/ 725 w 913"/>
              <a:gd name="T53" fmla="*/ 45 h 900"/>
              <a:gd name="T54" fmla="*/ 597 w 913"/>
              <a:gd name="T55" fmla="*/ 729 h 900"/>
              <a:gd name="T56" fmla="*/ 766 w 913"/>
              <a:gd name="T57" fmla="*/ 487 h 900"/>
              <a:gd name="T58" fmla="*/ 805 w 913"/>
              <a:gd name="T59" fmla="*/ 437 h 900"/>
              <a:gd name="T60" fmla="*/ 803 w 913"/>
              <a:gd name="T61" fmla="*/ 262 h 900"/>
              <a:gd name="T62" fmla="*/ 729 w 913"/>
              <a:gd name="T63" fmla="*/ 212 h 900"/>
              <a:gd name="T64" fmla="*/ 630 w 913"/>
              <a:gd name="T65" fmla="*/ 247 h 900"/>
              <a:gd name="T66" fmla="*/ 632 w 913"/>
              <a:gd name="T67" fmla="*/ 443 h 900"/>
              <a:gd name="T68" fmla="*/ 456 w 913"/>
              <a:gd name="T69" fmla="*/ 0 h 900"/>
              <a:gd name="T70" fmla="*/ 541 w 913"/>
              <a:gd name="T71" fmla="*/ 56 h 900"/>
              <a:gd name="T72" fmla="*/ 532 w 913"/>
              <a:gd name="T73" fmla="*/ 143 h 900"/>
              <a:gd name="T74" fmla="*/ 456 w 913"/>
              <a:gd name="T75" fmla="*/ 182 h 900"/>
              <a:gd name="T76" fmla="*/ 374 w 913"/>
              <a:gd name="T77" fmla="*/ 128 h 900"/>
              <a:gd name="T78" fmla="*/ 383 w 913"/>
              <a:gd name="T79" fmla="*/ 41 h 900"/>
              <a:gd name="T80" fmla="*/ 456 w 913"/>
              <a:gd name="T81" fmla="*/ 0 h 900"/>
              <a:gd name="T82" fmla="*/ 580 w 913"/>
              <a:gd name="T83" fmla="*/ 465 h 900"/>
              <a:gd name="T84" fmla="*/ 593 w 913"/>
              <a:gd name="T85" fmla="*/ 283 h 900"/>
              <a:gd name="T86" fmla="*/ 541 w 913"/>
              <a:gd name="T87" fmla="*/ 206 h 900"/>
              <a:gd name="T88" fmla="*/ 368 w 913"/>
              <a:gd name="T89" fmla="*/ 206 h 900"/>
              <a:gd name="T90" fmla="*/ 316 w 913"/>
              <a:gd name="T91" fmla="*/ 283 h 900"/>
              <a:gd name="T92" fmla="*/ 329 w 913"/>
              <a:gd name="T93" fmla="*/ 465 h 900"/>
              <a:gd name="T94" fmla="*/ 433 w 913"/>
              <a:gd name="T95" fmla="*/ 759 h 900"/>
              <a:gd name="T96" fmla="*/ 314 w 913"/>
              <a:gd name="T97" fmla="*/ 508 h 900"/>
              <a:gd name="T98" fmla="*/ 275 w 913"/>
              <a:gd name="T99" fmla="*/ 420 h 900"/>
              <a:gd name="T100" fmla="*/ 296 w 913"/>
              <a:gd name="T101" fmla="*/ 214 h 900"/>
              <a:gd name="T102" fmla="*/ 149 w 913"/>
              <a:gd name="T103" fmla="*/ 218 h 900"/>
              <a:gd name="T104" fmla="*/ 102 w 913"/>
              <a:gd name="T105" fmla="*/ 292 h 900"/>
              <a:gd name="T106" fmla="*/ 115 w 913"/>
              <a:gd name="T107" fmla="*/ 456 h 900"/>
              <a:gd name="T108" fmla="*/ 208 w 913"/>
              <a:gd name="T109" fmla="*/ 729 h 9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913" h="900">
                <a:moveTo>
                  <a:pt x="816" y="673"/>
                </a:moveTo>
                <a:lnTo>
                  <a:pt x="816" y="673"/>
                </a:lnTo>
                <a:lnTo>
                  <a:pt x="837" y="681"/>
                </a:lnTo>
                <a:lnTo>
                  <a:pt x="857" y="690"/>
                </a:lnTo>
                <a:lnTo>
                  <a:pt x="874" y="701"/>
                </a:lnTo>
                <a:lnTo>
                  <a:pt x="887" y="712"/>
                </a:lnTo>
                <a:lnTo>
                  <a:pt x="898" y="723"/>
                </a:lnTo>
                <a:lnTo>
                  <a:pt x="906" y="736"/>
                </a:lnTo>
                <a:lnTo>
                  <a:pt x="911" y="746"/>
                </a:lnTo>
                <a:lnTo>
                  <a:pt x="913" y="759"/>
                </a:lnTo>
                <a:lnTo>
                  <a:pt x="913" y="759"/>
                </a:lnTo>
                <a:lnTo>
                  <a:pt x="911" y="772"/>
                </a:lnTo>
                <a:lnTo>
                  <a:pt x="904" y="787"/>
                </a:lnTo>
                <a:lnTo>
                  <a:pt x="891" y="800"/>
                </a:lnTo>
                <a:lnTo>
                  <a:pt x="876" y="813"/>
                </a:lnTo>
                <a:lnTo>
                  <a:pt x="857" y="826"/>
                </a:lnTo>
                <a:lnTo>
                  <a:pt x="835" y="837"/>
                </a:lnTo>
                <a:lnTo>
                  <a:pt x="809" y="848"/>
                </a:lnTo>
                <a:lnTo>
                  <a:pt x="779" y="859"/>
                </a:lnTo>
                <a:lnTo>
                  <a:pt x="746" y="867"/>
                </a:lnTo>
                <a:lnTo>
                  <a:pt x="712" y="876"/>
                </a:lnTo>
                <a:lnTo>
                  <a:pt x="673" y="883"/>
                </a:lnTo>
                <a:lnTo>
                  <a:pt x="634" y="889"/>
                </a:lnTo>
                <a:lnTo>
                  <a:pt x="591" y="893"/>
                </a:lnTo>
                <a:lnTo>
                  <a:pt x="547" y="896"/>
                </a:lnTo>
                <a:lnTo>
                  <a:pt x="502" y="898"/>
                </a:lnTo>
                <a:lnTo>
                  <a:pt x="456" y="900"/>
                </a:lnTo>
                <a:lnTo>
                  <a:pt x="456" y="900"/>
                </a:lnTo>
                <a:lnTo>
                  <a:pt x="409" y="898"/>
                </a:lnTo>
                <a:lnTo>
                  <a:pt x="363" y="896"/>
                </a:lnTo>
                <a:lnTo>
                  <a:pt x="320" y="893"/>
                </a:lnTo>
                <a:lnTo>
                  <a:pt x="277" y="889"/>
                </a:lnTo>
                <a:lnTo>
                  <a:pt x="238" y="883"/>
                </a:lnTo>
                <a:lnTo>
                  <a:pt x="201" y="876"/>
                </a:lnTo>
                <a:lnTo>
                  <a:pt x="164" y="867"/>
                </a:lnTo>
                <a:lnTo>
                  <a:pt x="132" y="859"/>
                </a:lnTo>
                <a:lnTo>
                  <a:pt x="104" y="848"/>
                </a:lnTo>
                <a:lnTo>
                  <a:pt x="78" y="837"/>
                </a:lnTo>
                <a:lnTo>
                  <a:pt x="54" y="826"/>
                </a:lnTo>
                <a:lnTo>
                  <a:pt x="35" y="813"/>
                </a:lnTo>
                <a:lnTo>
                  <a:pt x="19" y="800"/>
                </a:lnTo>
                <a:lnTo>
                  <a:pt x="9" y="787"/>
                </a:lnTo>
                <a:lnTo>
                  <a:pt x="2" y="772"/>
                </a:lnTo>
                <a:lnTo>
                  <a:pt x="0" y="759"/>
                </a:lnTo>
                <a:lnTo>
                  <a:pt x="0" y="759"/>
                </a:lnTo>
                <a:lnTo>
                  <a:pt x="0" y="746"/>
                </a:lnTo>
                <a:lnTo>
                  <a:pt x="6" y="736"/>
                </a:lnTo>
                <a:lnTo>
                  <a:pt x="13" y="723"/>
                </a:lnTo>
                <a:lnTo>
                  <a:pt x="24" y="712"/>
                </a:lnTo>
                <a:lnTo>
                  <a:pt x="39" y="701"/>
                </a:lnTo>
                <a:lnTo>
                  <a:pt x="54" y="690"/>
                </a:lnTo>
                <a:lnTo>
                  <a:pt x="74" y="681"/>
                </a:lnTo>
                <a:lnTo>
                  <a:pt x="95" y="673"/>
                </a:lnTo>
                <a:lnTo>
                  <a:pt x="95" y="673"/>
                </a:lnTo>
                <a:lnTo>
                  <a:pt x="87" y="679"/>
                </a:lnTo>
                <a:lnTo>
                  <a:pt x="80" y="688"/>
                </a:lnTo>
                <a:lnTo>
                  <a:pt x="76" y="697"/>
                </a:lnTo>
                <a:lnTo>
                  <a:pt x="74" y="705"/>
                </a:lnTo>
                <a:lnTo>
                  <a:pt x="74" y="705"/>
                </a:lnTo>
                <a:lnTo>
                  <a:pt x="76" y="714"/>
                </a:lnTo>
                <a:lnTo>
                  <a:pt x="80" y="723"/>
                </a:lnTo>
                <a:lnTo>
                  <a:pt x="91" y="733"/>
                </a:lnTo>
                <a:lnTo>
                  <a:pt x="104" y="742"/>
                </a:lnTo>
                <a:lnTo>
                  <a:pt x="119" y="751"/>
                </a:lnTo>
                <a:lnTo>
                  <a:pt x="138" y="757"/>
                </a:lnTo>
                <a:lnTo>
                  <a:pt x="160" y="766"/>
                </a:lnTo>
                <a:lnTo>
                  <a:pt x="186" y="772"/>
                </a:lnTo>
                <a:lnTo>
                  <a:pt x="242" y="783"/>
                </a:lnTo>
                <a:lnTo>
                  <a:pt x="307" y="792"/>
                </a:lnTo>
                <a:lnTo>
                  <a:pt x="379" y="798"/>
                </a:lnTo>
                <a:lnTo>
                  <a:pt x="456" y="800"/>
                </a:lnTo>
                <a:lnTo>
                  <a:pt x="456" y="800"/>
                </a:lnTo>
                <a:lnTo>
                  <a:pt x="532" y="798"/>
                </a:lnTo>
                <a:lnTo>
                  <a:pt x="604" y="792"/>
                </a:lnTo>
                <a:lnTo>
                  <a:pt x="668" y="783"/>
                </a:lnTo>
                <a:lnTo>
                  <a:pt x="727" y="772"/>
                </a:lnTo>
                <a:lnTo>
                  <a:pt x="751" y="766"/>
                </a:lnTo>
                <a:lnTo>
                  <a:pt x="772" y="757"/>
                </a:lnTo>
                <a:lnTo>
                  <a:pt x="792" y="751"/>
                </a:lnTo>
                <a:lnTo>
                  <a:pt x="809" y="742"/>
                </a:lnTo>
                <a:lnTo>
                  <a:pt x="820" y="733"/>
                </a:lnTo>
                <a:lnTo>
                  <a:pt x="831" y="723"/>
                </a:lnTo>
                <a:lnTo>
                  <a:pt x="835" y="714"/>
                </a:lnTo>
                <a:lnTo>
                  <a:pt x="837" y="705"/>
                </a:lnTo>
                <a:lnTo>
                  <a:pt x="837" y="705"/>
                </a:lnTo>
                <a:lnTo>
                  <a:pt x="837" y="697"/>
                </a:lnTo>
                <a:lnTo>
                  <a:pt x="833" y="688"/>
                </a:lnTo>
                <a:lnTo>
                  <a:pt x="824" y="679"/>
                </a:lnTo>
                <a:lnTo>
                  <a:pt x="816" y="673"/>
                </a:lnTo>
                <a:lnTo>
                  <a:pt x="816" y="673"/>
                </a:lnTo>
                <a:close/>
                <a:moveTo>
                  <a:pt x="231" y="32"/>
                </a:moveTo>
                <a:lnTo>
                  <a:pt x="231" y="32"/>
                </a:lnTo>
                <a:lnTo>
                  <a:pt x="249" y="32"/>
                </a:lnTo>
                <a:lnTo>
                  <a:pt x="264" y="39"/>
                </a:lnTo>
                <a:lnTo>
                  <a:pt x="277" y="45"/>
                </a:lnTo>
                <a:lnTo>
                  <a:pt x="290" y="56"/>
                </a:lnTo>
                <a:lnTo>
                  <a:pt x="301" y="69"/>
                </a:lnTo>
                <a:lnTo>
                  <a:pt x="307" y="82"/>
                </a:lnTo>
                <a:lnTo>
                  <a:pt x="314" y="97"/>
                </a:lnTo>
                <a:lnTo>
                  <a:pt x="314" y="115"/>
                </a:lnTo>
                <a:lnTo>
                  <a:pt x="314" y="115"/>
                </a:lnTo>
                <a:lnTo>
                  <a:pt x="314" y="132"/>
                </a:lnTo>
                <a:lnTo>
                  <a:pt x="307" y="147"/>
                </a:lnTo>
                <a:lnTo>
                  <a:pt x="301" y="162"/>
                </a:lnTo>
                <a:lnTo>
                  <a:pt x="290" y="173"/>
                </a:lnTo>
                <a:lnTo>
                  <a:pt x="277" y="184"/>
                </a:lnTo>
                <a:lnTo>
                  <a:pt x="264" y="190"/>
                </a:lnTo>
                <a:lnTo>
                  <a:pt x="249" y="197"/>
                </a:lnTo>
                <a:lnTo>
                  <a:pt x="231" y="197"/>
                </a:lnTo>
                <a:lnTo>
                  <a:pt x="231" y="197"/>
                </a:lnTo>
                <a:lnTo>
                  <a:pt x="214" y="197"/>
                </a:lnTo>
                <a:lnTo>
                  <a:pt x="199" y="190"/>
                </a:lnTo>
                <a:lnTo>
                  <a:pt x="186" y="184"/>
                </a:lnTo>
                <a:lnTo>
                  <a:pt x="173" y="173"/>
                </a:lnTo>
                <a:lnTo>
                  <a:pt x="162" y="162"/>
                </a:lnTo>
                <a:lnTo>
                  <a:pt x="156" y="147"/>
                </a:lnTo>
                <a:lnTo>
                  <a:pt x="149" y="132"/>
                </a:lnTo>
                <a:lnTo>
                  <a:pt x="149" y="115"/>
                </a:lnTo>
                <a:lnTo>
                  <a:pt x="149" y="115"/>
                </a:lnTo>
                <a:lnTo>
                  <a:pt x="149" y="97"/>
                </a:lnTo>
                <a:lnTo>
                  <a:pt x="156" y="82"/>
                </a:lnTo>
                <a:lnTo>
                  <a:pt x="162" y="69"/>
                </a:lnTo>
                <a:lnTo>
                  <a:pt x="173" y="56"/>
                </a:lnTo>
                <a:lnTo>
                  <a:pt x="186" y="45"/>
                </a:lnTo>
                <a:lnTo>
                  <a:pt x="199" y="39"/>
                </a:lnTo>
                <a:lnTo>
                  <a:pt x="214" y="32"/>
                </a:lnTo>
                <a:lnTo>
                  <a:pt x="231" y="32"/>
                </a:lnTo>
                <a:lnTo>
                  <a:pt x="231" y="32"/>
                </a:lnTo>
                <a:close/>
                <a:moveTo>
                  <a:pt x="679" y="32"/>
                </a:moveTo>
                <a:lnTo>
                  <a:pt x="679" y="32"/>
                </a:lnTo>
                <a:lnTo>
                  <a:pt x="662" y="32"/>
                </a:lnTo>
                <a:lnTo>
                  <a:pt x="647" y="39"/>
                </a:lnTo>
                <a:lnTo>
                  <a:pt x="632" y="45"/>
                </a:lnTo>
                <a:lnTo>
                  <a:pt x="621" y="56"/>
                </a:lnTo>
                <a:lnTo>
                  <a:pt x="610" y="69"/>
                </a:lnTo>
                <a:lnTo>
                  <a:pt x="601" y="82"/>
                </a:lnTo>
                <a:lnTo>
                  <a:pt x="597" y="97"/>
                </a:lnTo>
                <a:lnTo>
                  <a:pt x="595" y="115"/>
                </a:lnTo>
                <a:lnTo>
                  <a:pt x="595" y="115"/>
                </a:lnTo>
                <a:lnTo>
                  <a:pt x="597" y="132"/>
                </a:lnTo>
                <a:lnTo>
                  <a:pt x="601" y="147"/>
                </a:lnTo>
                <a:lnTo>
                  <a:pt x="610" y="162"/>
                </a:lnTo>
                <a:lnTo>
                  <a:pt x="621" y="173"/>
                </a:lnTo>
                <a:lnTo>
                  <a:pt x="632" y="184"/>
                </a:lnTo>
                <a:lnTo>
                  <a:pt x="647" y="190"/>
                </a:lnTo>
                <a:lnTo>
                  <a:pt x="662" y="197"/>
                </a:lnTo>
                <a:lnTo>
                  <a:pt x="679" y="197"/>
                </a:lnTo>
                <a:lnTo>
                  <a:pt x="679" y="197"/>
                </a:lnTo>
                <a:lnTo>
                  <a:pt x="694" y="197"/>
                </a:lnTo>
                <a:lnTo>
                  <a:pt x="712" y="190"/>
                </a:lnTo>
                <a:lnTo>
                  <a:pt x="725" y="184"/>
                </a:lnTo>
                <a:lnTo>
                  <a:pt x="738" y="173"/>
                </a:lnTo>
                <a:lnTo>
                  <a:pt x="749" y="162"/>
                </a:lnTo>
                <a:lnTo>
                  <a:pt x="755" y="147"/>
                </a:lnTo>
                <a:lnTo>
                  <a:pt x="759" y="132"/>
                </a:lnTo>
                <a:lnTo>
                  <a:pt x="762" y="115"/>
                </a:lnTo>
                <a:lnTo>
                  <a:pt x="762" y="115"/>
                </a:lnTo>
                <a:lnTo>
                  <a:pt x="759" y="97"/>
                </a:lnTo>
                <a:lnTo>
                  <a:pt x="755" y="82"/>
                </a:lnTo>
                <a:lnTo>
                  <a:pt x="749" y="69"/>
                </a:lnTo>
                <a:lnTo>
                  <a:pt x="738" y="56"/>
                </a:lnTo>
                <a:lnTo>
                  <a:pt x="725" y="45"/>
                </a:lnTo>
                <a:lnTo>
                  <a:pt x="712" y="39"/>
                </a:lnTo>
                <a:lnTo>
                  <a:pt x="694" y="32"/>
                </a:lnTo>
                <a:lnTo>
                  <a:pt x="679" y="32"/>
                </a:lnTo>
                <a:lnTo>
                  <a:pt x="679" y="32"/>
                </a:lnTo>
                <a:close/>
                <a:moveTo>
                  <a:pt x="597" y="508"/>
                </a:moveTo>
                <a:lnTo>
                  <a:pt x="597" y="729"/>
                </a:lnTo>
                <a:lnTo>
                  <a:pt x="656" y="729"/>
                </a:lnTo>
                <a:lnTo>
                  <a:pt x="679" y="575"/>
                </a:lnTo>
                <a:lnTo>
                  <a:pt x="701" y="729"/>
                </a:lnTo>
                <a:lnTo>
                  <a:pt x="766" y="729"/>
                </a:lnTo>
                <a:lnTo>
                  <a:pt x="766" y="487"/>
                </a:lnTo>
                <a:lnTo>
                  <a:pt x="766" y="487"/>
                </a:lnTo>
                <a:lnTo>
                  <a:pt x="774" y="480"/>
                </a:lnTo>
                <a:lnTo>
                  <a:pt x="783" y="474"/>
                </a:lnTo>
                <a:lnTo>
                  <a:pt x="790" y="465"/>
                </a:lnTo>
                <a:lnTo>
                  <a:pt x="796" y="456"/>
                </a:lnTo>
                <a:lnTo>
                  <a:pt x="803" y="448"/>
                </a:lnTo>
                <a:lnTo>
                  <a:pt x="805" y="437"/>
                </a:lnTo>
                <a:lnTo>
                  <a:pt x="807" y="426"/>
                </a:lnTo>
                <a:lnTo>
                  <a:pt x="809" y="415"/>
                </a:lnTo>
                <a:lnTo>
                  <a:pt x="809" y="292"/>
                </a:lnTo>
                <a:lnTo>
                  <a:pt x="809" y="292"/>
                </a:lnTo>
                <a:lnTo>
                  <a:pt x="807" y="277"/>
                </a:lnTo>
                <a:lnTo>
                  <a:pt x="803" y="262"/>
                </a:lnTo>
                <a:lnTo>
                  <a:pt x="794" y="249"/>
                </a:lnTo>
                <a:lnTo>
                  <a:pt x="785" y="236"/>
                </a:lnTo>
                <a:lnTo>
                  <a:pt x="774" y="227"/>
                </a:lnTo>
                <a:lnTo>
                  <a:pt x="759" y="218"/>
                </a:lnTo>
                <a:lnTo>
                  <a:pt x="746" y="214"/>
                </a:lnTo>
                <a:lnTo>
                  <a:pt x="729" y="212"/>
                </a:lnTo>
                <a:lnTo>
                  <a:pt x="632" y="212"/>
                </a:lnTo>
                <a:lnTo>
                  <a:pt x="632" y="212"/>
                </a:lnTo>
                <a:lnTo>
                  <a:pt x="614" y="214"/>
                </a:lnTo>
                <a:lnTo>
                  <a:pt x="614" y="214"/>
                </a:lnTo>
                <a:lnTo>
                  <a:pt x="623" y="231"/>
                </a:lnTo>
                <a:lnTo>
                  <a:pt x="630" y="247"/>
                </a:lnTo>
                <a:lnTo>
                  <a:pt x="634" y="266"/>
                </a:lnTo>
                <a:lnTo>
                  <a:pt x="634" y="283"/>
                </a:lnTo>
                <a:lnTo>
                  <a:pt x="634" y="420"/>
                </a:lnTo>
                <a:lnTo>
                  <a:pt x="634" y="420"/>
                </a:lnTo>
                <a:lnTo>
                  <a:pt x="634" y="433"/>
                </a:lnTo>
                <a:lnTo>
                  <a:pt x="632" y="443"/>
                </a:lnTo>
                <a:lnTo>
                  <a:pt x="625" y="467"/>
                </a:lnTo>
                <a:lnTo>
                  <a:pt x="612" y="491"/>
                </a:lnTo>
                <a:lnTo>
                  <a:pt x="597" y="508"/>
                </a:lnTo>
                <a:lnTo>
                  <a:pt x="597" y="508"/>
                </a:lnTo>
                <a:close/>
                <a:moveTo>
                  <a:pt x="456" y="0"/>
                </a:moveTo>
                <a:lnTo>
                  <a:pt x="456" y="0"/>
                </a:lnTo>
                <a:lnTo>
                  <a:pt x="476" y="2"/>
                </a:lnTo>
                <a:lnTo>
                  <a:pt x="493" y="9"/>
                </a:lnTo>
                <a:lnTo>
                  <a:pt x="508" y="17"/>
                </a:lnTo>
                <a:lnTo>
                  <a:pt x="521" y="28"/>
                </a:lnTo>
                <a:lnTo>
                  <a:pt x="532" y="41"/>
                </a:lnTo>
                <a:lnTo>
                  <a:pt x="541" y="56"/>
                </a:lnTo>
                <a:lnTo>
                  <a:pt x="545" y="74"/>
                </a:lnTo>
                <a:lnTo>
                  <a:pt x="547" y="91"/>
                </a:lnTo>
                <a:lnTo>
                  <a:pt x="547" y="91"/>
                </a:lnTo>
                <a:lnTo>
                  <a:pt x="545" y="110"/>
                </a:lnTo>
                <a:lnTo>
                  <a:pt x="541" y="128"/>
                </a:lnTo>
                <a:lnTo>
                  <a:pt x="532" y="143"/>
                </a:lnTo>
                <a:lnTo>
                  <a:pt x="521" y="156"/>
                </a:lnTo>
                <a:lnTo>
                  <a:pt x="508" y="167"/>
                </a:lnTo>
                <a:lnTo>
                  <a:pt x="493" y="175"/>
                </a:lnTo>
                <a:lnTo>
                  <a:pt x="476" y="180"/>
                </a:lnTo>
                <a:lnTo>
                  <a:pt x="456" y="182"/>
                </a:lnTo>
                <a:lnTo>
                  <a:pt x="456" y="182"/>
                </a:lnTo>
                <a:lnTo>
                  <a:pt x="439" y="180"/>
                </a:lnTo>
                <a:lnTo>
                  <a:pt x="422" y="175"/>
                </a:lnTo>
                <a:lnTo>
                  <a:pt x="407" y="167"/>
                </a:lnTo>
                <a:lnTo>
                  <a:pt x="394" y="156"/>
                </a:lnTo>
                <a:lnTo>
                  <a:pt x="383" y="143"/>
                </a:lnTo>
                <a:lnTo>
                  <a:pt x="374" y="128"/>
                </a:lnTo>
                <a:lnTo>
                  <a:pt x="368" y="110"/>
                </a:lnTo>
                <a:lnTo>
                  <a:pt x="368" y="91"/>
                </a:lnTo>
                <a:lnTo>
                  <a:pt x="368" y="91"/>
                </a:lnTo>
                <a:lnTo>
                  <a:pt x="368" y="74"/>
                </a:lnTo>
                <a:lnTo>
                  <a:pt x="374" y="56"/>
                </a:lnTo>
                <a:lnTo>
                  <a:pt x="383" y="41"/>
                </a:lnTo>
                <a:lnTo>
                  <a:pt x="394" y="28"/>
                </a:lnTo>
                <a:lnTo>
                  <a:pt x="407" y="17"/>
                </a:lnTo>
                <a:lnTo>
                  <a:pt x="422" y="9"/>
                </a:lnTo>
                <a:lnTo>
                  <a:pt x="439" y="2"/>
                </a:lnTo>
                <a:lnTo>
                  <a:pt x="456" y="0"/>
                </a:lnTo>
                <a:lnTo>
                  <a:pt x="456" y="0"/>
                </a:lnTo>
                <a:close/>
                <a:moveTo>
                  <a:pt x="547" y="495"/>
                </a:moveTo>
                <a:lnTo>
                  <a:pt x="547" y="495"/>
                </a:lnTo>
                <a:lnTo>
                  <a:pt x="556" y="489"/>
                </a:lnTo>
                <a:lnTo>
                  <a:pt x="565" y="482"/>
                </a:lnTo>
                <a:lnTo>
                  <a:pt x="573" y="474"/>
                </a:lnTo>
                <a:lnTo>
                  <a:pt x="580" y="465"/>
                </a:lnTo>
                <a:lnTo>
                  <a:pt x="586" y="454"/>
                </a:lnTo>
                <a:lnTo>
                  <a:pt x="591" y="443"/>
                </a:lnTo>
                <a:lnTo>
                  <a:pt x="593" y="430"/>
                </a:lnTo>
                <a:lnTo>
                  <a:pt x="593" y="420"/>
                </a:lnTo>
                <a:lnTo>
                  <a:pt x="593" y="283"/>
                </a:lnTo>
                <a:lnTo>
                  <a:pt x="593" y="283"/>
                </a:lnTo>
                <a:lnTo>
                  <a:pt x="591" y="266"/>
                </a:lnTo>
                <a:lnTo>
                  <a:pt x="586" y="251"/>
                </a:lnTo>
                <a:lnTo>
                  <a:pt x="578" y="236"/>
                </a:lnTo>
                <a:lnTo>
                  <a:pt x="569" y="223"/>
                </a:lnTo>
                <a:lnTo>
                  <a:pt x="556" y="212"/>
                </a:lnTo>
                <a:lnTo>
                  <a:pt x="541" y="206"/>
                </a:lnTo>
                <a:lnTo>
                  <a:pt x="524" y="199"/>
                </a:lnTo>
                <a:lnTo>
                  <a:pt x="508" y="199"/>
                </a:lnTo>
                <a:lnTo>
                  <a:pt x="402" y="199"/>
                </a:lnTo>
                <a:lnTo>
                  <a:pt x="402" y="199"/>
                </a:lnTo>
                <a:lnTo>
                  <a:pt x="385" y="199"/>
                </a:lnTo>
                <a:lnTo>
                  <a:pt x="368" y="206"/>
                </a:lnTo>
                <a:lnTo>
                  <a:pt x="355" y="212"/>
                </a:lnTo>
                <a:lnTo>
                  <a:pt x="342" y="223"/>
                </a:lnTo>
                <a:lnTo>
                  <a:pt x="331" y="236"/>
                </a:lnTo>
                <a:lnTo>
                  <a:pt x="322" y="251"/>
                </a:lnTo>
                <a:lnTo>
                  <a:pt x="318" y="266"/>
                </a:lnTo>
                <a:lnTo>
                  <a:pt x="316" y="283"/>
                </a:lnTo>
                <a:lnTo>
                  <a:pt x="316" y="420"/>
                </a:lnTo>
                <a:lnTo>
                  <a:pt x="316" y="420"/>
                </a:lnTo>
                <a:lnTo>
                  <a:pt x="316" y="430"/>
                </a:lnTo>
                <a:lnTo>
                  <a:pt x="320" y="443"/>
                </a:lnTo>
                <a:lnTo>
                  <a:pt x="325" y="454"/>
                </a:lnTo>
                <a:lnTo>
                  <a:pt x="329" y="465"/>
                </a:lnTo>
                <a:lnTo>
                  <a:pt x="335" y="474"/>
                </a:lnTo>
                <a:lnTo>
                  <a:pt x="344" y="482"/>
                </a:lnTo>
                <a:lnTo>
                  <a:pt x="353" y="489"/>
                </a:lnTo>
                <a:lnTo>
                  <a:pt x="363" y="495"/>
                </a:lnTo>
                <a:lnTo>
                  <a:pt x="363" y="759"/>
                </a:lnTo>
                <a:lnTo>
                  <a:pt x="433" y="759"/>
                </a:lnTo>
                <a:lnTo>
                  <a:pt x="456" y="593"/>
                </a:lnTo>
                <a:lnTo>
                  <a:pt x="482" y="759"/>
                </a:lnTo>
                <a:lnTo>
                  <a:pt x="547" y="759"/>
                </a:lnTo>
                <a:lnTo>
                  <a:pt x="547" y="495"/>
                </a:lnTo>
                <a:lnTo>
                  <a:pt x="547" y="495"/>
                </a:lnTo>
                <a:close/>
                <a:moveTo>
                  <a:pt x="314" y="508"/>
                </a:moveTo>
                <a:lnTo>
                  <a:pt x="314" y="508"/>
                </a:lnTo>
                <a:lnTo>
                  <a:pt x="296" y="491"/>
                </a:lnTo>
                <a:lnTo>
                  <a:pt x="286" y="467"/>
                </a:lnTo>
                <a:lnTo>
                  <a:pt x="277" y="443"/>
                </a:lnTo>
                <a:lnTo>
                  <a:pt x="277" y="433"/>
                </a:lnTo>
                <a:lnTo>
                  <a:pt x="275" y="420"/>
                </a:lnTo>
                <a:lnTo>
                  <a:pt x="275" y="283"/>
                </a:lnTo>
                <a:lnTo>
                  <a:pt x="275" y="283"/>
                </a:lnTo>
                <a:lnTo>
                  <a:pt x="277" y="266"/>
                </a:lnTo>
                <a:lnTo>
                  <a:pt x="281" y="247"/>
                </a:lnTo>
                <a:lnTo>
                  <a:pt x="288" y="231"/>
                </a:lnTo>
                <a:lnTo>
                  <a:pt x="296" y="214"/>
                </a:lnTo>
                <a:lnTo>
                  <a:pt x="296" y="214"/>
                </a:lnTo>
                <a:lnTo>
                  <a:pt x="277" y="212"/>
                </a:lnTo>
                <a:lnTo>
                  <a:pt x="182" y="212"/>
                </a:lnTo>
                <a:lnTo>
                  <a:pt x="182" y="212"/>
                </a:lnTo>
                <a:lnTo>
                  <a:pt x="164" y="214"/>
                </a:lnTo>
                <a:lnTo>
                  <a:pt x="149" y="218"/>
                </a:lnTo>
                <a:lnTo>
                  <a:pt x="136" y="227"/>
                </a:lnTo>
                <a:lnTo>
                  <a:pt x="125" y="236"/>
                </a:lnTo>
                <a:lnTo>
                  <a:pt x="115" y="249"/>
                </a:lnTo>
                <a:lnTo>
                  <a:pt x="108" y="262"/>
                </a:lnTo>
                <a:lnTo>
                  <a:pt x="104" y="277"/>
                </a:lnTo>
                <a:lnTo>
                  <a:pt x="102" y="292"/>
                </a:lnTo>
                <a:lnTo>
                  <a:pt x="102" y="415"/>
                </a:lnTo>
                <a:lnTo>
                  <a:pt x="102" y="415"/>
                </a:lnTo>
                <a:lnTo>
                  <a:pt x="102" y="426"/>
                </a:lnTo>
                <a:lnTo>
                  <a:pt x="106" y="437"/>
                </a:lnTo>
                <a:lnTo>
                  <a:pt x="108" y="448"/>
                </a:lnTo>
                <a:lnTo>
                  <a:pt x="115" y="456"/>
                </a:lnTo>
                <a:lnTo>
                  <a:pt x="119" y="465"/>
                </a:lnTo>
                <a:lnTo>
                  <a:pt x="128" y="474"/>
                </a:lnTo>
                <a:lnTo>
                  <a:pt x="136" y="480"/>
                </a:lnTo>
                <a:lnTo>
                  <a:pt x="145" y="487"/>
                </a:lnTo>
                <a:lnTo>
                  <a:pt x="145" y="729"/>
                </a:lnTo>
                <a:lnTo>
                  <a:pt x="208" y="729"/>
                </a:lnTo>
                <a:lnTo>
                  <a:pt x="231" y="575"/>
                </a:lnTo>
                <a:lnTo>
                  <a:pt x="255" y="729"/>
                </a:lnTo>
                <a:lnTo>
                  <a:pt x="314" y="729"/>
                </a:lnTo>
                <a:lnTo>
                  <a:pt x="314" y="508"/>
                </a:lnTo>
                <a:close/>
              </a:path>
            </a:pathLst>
          </a:custGeom>
          <a:solidFill>
            <a:srgbClr val="0A4776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/>
          </a:p>
        </p:txBody>
      </p:sp>
      <p:sp>
        <p:nvSpPr>
          <p:cNvPr id="6" name="PA_任意多边形 7"/>
          <p:cNvSpPr>
            <a:spLocks noEditPoints="1"/>
          </p:cNvSpPr>
          <p:nvPr>
            <p:custDataLst>
              <p:tags r:id="rId26"/>
            </p:custDataLst>
          </p:nvPr>
        </p:nvSpPr>
        <p:spPr bwMode="auto">
          <a:xfrm>
            <a:off x="7464169" y="1944535"/>
            <a:ext cx="344436" cy="339531"/>
          </a:xfrm>
          <a:custGeom>
            <a:avLst/>
            <a:gdLst>
              <a:gd name="T0" fmla="*/ 887 w 913"/>
              <a:gd name="T1" fmla="*/ 712 h 900"/>
              <a:gd name="T2" fmla="*/ 911 w 913"/>
              <a:gd name="T3" fmla="*/ 772 h 900"/>
              <a:gd name="T4" fmla="*/ 809 w 913"/>
              <a:gd name="T5" fmla="*/ 848 h 900"/>
              <a:gd name="T6" fmla="*/ 591 w 913"/>
              <a:gd name="T7" fmla="*/ 893 h 900"/>
              <a:gd name="T8" fmla="*/ 363 w 913"/>
              <a:gd name="T9" fmla="*/ 896 h 900"/>
              <a:gd name="T10" fmla="*/ 132 w 913"/>
              <a:gd name="T11" fmla="*/ 859 h 900"/>
              <a:gd name="T12" fmla="*/ 9 w 913"/>
              <a:gd name="T13" fmla="*/ 787 h 900"/>
              <a:gd name="T14" fmla="*/ 13 w 913"/>
              <a:gd name="T15" fmla="*/ 723 h 900"/>
              <a:gd name="T16" fmla="*/ 95 w 913"/>
              <a:gd name="T17" fmla="*/ 673 h 900"/>
              <a:gd name="T18" fmla="*/ 76 w 913"/>
              <a:gd name="T19" fmla="*/ 714 h 900"/>
              <a:gd name="T20" fmla="*/ 160 w 913"/>
              <a:gd name="T21" fmla="*/ 766 h 900"/>
              <a:gd name="T22" fmla="*/ 456 w 913"/>
              <a:gd name="T23" fmla="*/ 800 h 900"/>
              <a:gd name="T24" fmla="*/ 772 w 913"/>
              <a:gd name="T25" fmla="*/ 757 h 900"/>
              <a:gd name="T26" fmla="*/ 837 w 913"/>
              <a:gd name="T27" fmla="*/ 705 h 900"/>
              <a:gd name="T28" fmla="*/ 816 w 913"/>
              <a:gd name="T29" fmla="*/ 673 h 900"/>
              <a:gd name="T30" fmla="*/ 290 w 913"/>
              <a:gd name="T31" fmla="*/ 56 h 900"/>
              <a:gd name="T32" fmla="*/ 314 w 913"/>
              <a:gd name="T33" fmla="*/ 132 h 900"/>
              <a:gd name="T34" fmla="*/ 249 w 913"/>
              <a:gd name="T35" fmla="*/ 197 h 900"/>
              <a:gd name="T36" fmla="*/ 173 w 913"/>
              <a:gd name="T37" fmla="*/ 173 h 900"/>
              <a:gd name="T38" fmla="*/ 149 w 913"/>
              <a:gd name="T39" fmla="*/ 97 h 900"/>
              <a:gd name="T40" fmla="*/ 214 w 913"/>
              <a:gd name="T41" fmla="*/ 32 h 900"/>
              <a:gd name="T42" fmla="*/ 647 w 913"/>
              <a:gd name="T43" fmla="*/ 39 h 900"/>
              <a:gd name="T44" fmla="*/ 595 w 913"/>
              <a:gd name="T45" fmla="*/ 115 h 900"/>
              <a:gd name="T46" fmla="*/ 632 w 913"/>
              <a:gd name="T47" fmla="*/ 184 h 900"/>
              <a:gd name="T48" fmla="*/ 712 w 913"/>
              <a:gd name="T49" fmla="*/ 190 h 900"/>
              <a:gd name="T50" fmla="*/ 762 w 913"/>
              <a:gd name="T51" fmla="*/ 115 h 900"/>
              <a:gd name="T52" fmla="*/ 725 w 913"/>
              <a:gd name="T53" fmla="*/ 45 h 900"/>
              <a:gd name="T54" fmla="*/ 597 w 913"/>
              <a:gd name="T55" fmla="*/ 729 h 900"/>
              <a:gd name="T56" fmla="*/ 766 w 913"/>
              <a:gd name="T57" fmla="*/ 487 h 900"/>
              <a:gd name="T58" fmla="*/ 805 w 913"/>
              <a:gd name="T59" fmla="*/ 437 h 900"/>
              <a:gd name="T60" fmla="*/ 803 w 913"/>
              <a:gd name="T61" fmla="*/ 262 h 900"/>
              <a:gd name="T62" fmla="*/ 729 w 913"/>
              <a:gd name="T63" fmla="*/ 212 h 900"/>
              <a:gd name="T64" fmla="*/ 630 w 913"/>
              <a:gd name="T65" fmla="*/ 247 h 900"/>
              <a:gd name="T66" fmla="*/ 632 w 913"/>
              <a:gd name="T67" fmla="*/ 443 h 900"/>
              <a:gd name="T68" fmla="*/ 456 w 913"/>
              <a:gd name="T69" fmla="*/ 0 h 900"/>
              <a:gd name="T70" fmla="*/ 541 w 913"/>
              <a:gd name="T71" fmla="*/ 56 h 900"/>
              <a:gd name="T72" fmla="*/ 532 w 913"/>
              <a:gd name="T73" fmla="*/ 143 h 900"/>
              <a:gd name="T74" fmla="*/ 456 w 913"/>
              <a:gd name="T75" fmla="*/ 182 h 900"/>
              <a:gd name="T76" fmla="*/ 374 w 913"/>
              <a:gd name="T77" fmla="*/ 128 h 900"/>
              <a:gd name="T78" fmla="*/ 383 w 913"/>
              <a:gd name="T79" fmla="*/ 41 h 900"/>
              <a:gd name="T80" fmla="*/ 456 w 913"/>
              <a:gd name="T81" fmla="*/ 0 h 900"/>
              <a:gd name="T82" fmla="*/ 580 w 913"/>
              <a:gd name="T83" fmla="*/ 465 h 900"/>
              <a:gd name="T84" fmla="*/ 593 w 913"/>
              <a:gd name="T85" fmla="*/ 283 h 900"/>
              <a:gd name="T86" fmla="*/ 541 w 913"/>
              <a:gd name="T87" fmla="*/ 206 h 900"/>
              <a:gd name="T88" fmla="*/ 368 w 913"/>
              <a:gd name="T89" fmla="*/ 206 h 900"/>
              <a:gd name="T90" fmla="*/ 316 w 913"/>
              <a:gd name="T91" fmla="*/ 283 h 900"/>
              <a:gd name="T92" fmla="*/ 329 w 913"/>
              <a:gd name="T93" fmla="*/ 465 h 900"/>
              <a:gd name="T94" fmla="*/ 433 w 913"/>
              <a:gd name="T95" fmla="*/ 759 h 900"/>
              <a:gd name="T96" fmla="*/ 314 w 913"/>
              <a:gd name="T97" fmla="*/ 508 h 900"/>
              <a:gd name="T98" fmla="*/ 275 w 913"/>
              <a:gd name="T99" fmla="*/ 420 h 900"/>
              <a:gd name="T100" fmla="*/ 296 w 913"/>
              <a:gd name="T101" fmla="*/ 214 h 900"/>
              <a:gd name="T102" fmla="*/ 149 w 913"/>
              <a:gd name="T103" fmla="*/ 218 h 900"/>
              <a:gd name="T104" fmla="*/ 102 w 913"/>
              <a:gd name="T105" fmla="*/ 292 h 900"/>
              <a:gd name="T106" fmla="*/ 115 w 913"/>
              <a:gd name="T107" fmla="*/ 456 h 900"/>
              <a:gd name="T108" fmla="*/ 208 w 913"/>
              <a:gd name="T109" fmla="*/ 729 h 9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913" h="900">
                <a:moveTo>
                  <a:pt x="816" y="673"/>
                </a:moveTo>
                <a:lnTo>
                  <a:pt x="816" y="673"/>
                </a:lnTo>
                <a:lnTo>
                  <a:pt x="837" y="681"/>
                </a:lnTo>
                <a:lnTo>
                  <a:pt x="857" y="690"/>
                </a:lnTo>
                <a:lnTo>
                  <a:pt x="874" y="701"/>
                </a:lnTo>
                <a:lnTo>
                  <a:pt x="887" y="712"/>
                </a:lnTo>
                <a:lnTo>
                  <a:pt x="898" y="723"/>
                </a:lnTo>
                <a:lnTo>
                  <a:pt x="906" y="736"/>
                </a:lnTo>
                <a:lnTo>
                  <a:pt x="911" y="746"/>
                </a:lnTo>
                <a:lnTo>
                  <a:pt x="913" y="759"/>
                </a:lnTo>
                <a:lnTo>
                  <a:pt x="913" y="759"/>
                </a:lnTo>
                <a:lnTo>
                  <a:pt x="911" y="772"/>
                </a:lnTo>
                <a:lnTo>
                  <a:pt x="904" y="787"/>
                </a:lnTo>
                <a:lnTo>
                  <a:pt x="891" y="800"/>
                </a:lnTo>
                <a:lnTo>
                  <a:pt x="876" y="813"/>
                </a:lnTo>
                <a:lnTo>
                  <a:pt x="857" y="826"/>
                </a:lnTo>
                <a:lnTo>
                  <a:pt x="835" y="837"/>
                </a:lnTo>
                <a:lnTo>
                  <a:pt x="809" y="848"/>
                </a:lnTo>
                <a:lnTo>
                  <a:pt x="779" y="859"/>
                </a:lnTo>
                <a:lnTo>
                  <a:pt x="746" y="867"/>
                </a:lnTo>
                <a:lnTo>
                  <a:pt x="712" y="876"/>
                </a:lnTo>
                <a:lnTo>
                  <a:pt x="673" y="883"/>
                </a:lnTo>
                <a:lnTo>
                  <a:pt x="634" y="889"/>
                </a:lnTo>
                <a:lnTo>
                  <a:pt x="591" y="893"/>
                </a:lnTo>
                <a:lnTo>
                  <a:pt x="547" y="896"/>
                </a:lnTo>
                <a:lnTo>
                  <a:pt x="502" y="898"/>
                </a:lnTo>
                <a:lnTo>
                  <a:pt x="456" y="900"/>
                </a:lnTo>
                <a:lnTo>
                  <a:pt x="456" y="900"/>
                </a:lnTo>
                <a:lnTo>
                  <a:pt x="409" y="898"/>
                </a:lnTo>
                <a:lnTo>
                  <a:pt x="363" y="896"/>
                </a:lnTo>
                <a:lnTo>
                  <a:pt x="320" y="893"/>
                </a:lnTo>
                <a:lnTo>
                  <a:pt x="277" y="889"/>
                </a:lnTo>
                <a:lnTo>
                  <a:pt x="238" y="883"/>
                </a:lnTo>
                <a:lnTo>
                  <a:pt x="201" y="876"/>
                </a:lnTo>
                <a:lnTo>
                  <a:pt x="164" y="867"/>
                </a:lnTo>
                <a:lnTo>
                  <a:pt x="132" y="859"/>
                </a:lnTo>
                <a:lnTo>
                  <a:pt x="104" y="848"/>
                </a:lnTo>
                <a:lnTo>
                  <a:pt x="78" y="837"/>
                </a:lnTo>
                <a:lnTo>
                  <a:pt x="54" y="826"/>
                </a:lnTo>
                <a:lnTo>
                  <a:pt x="35" y="813"/>
                </a:lnTo>
                <a:lnTo>
                  <a:pt x="19" y="800"/>
                </a:lnTo>
                <a:lnTo>
                  <a:pt x="9" y="787"/>
                </a:lnTo>
                <a:lnTo>
                  <a:pt x="2" y="772"/>
                </a:lnTo>
                <a:lnTo>
                  <a:pt x="0" y="759"/>
                </a:lnTo>
                <a:lnTo>
                  <a:pt x="0" y="759"/>
                </a:lnTo>
                <a:lnTo>
                  <a:pt x="0" y="746"/>
                </a:lnTo>
                <a:lnTo>
                  <a:pt x="6" y="736"/>
                </a:lnTo>
                <a:lnTo>
                  <a:pt x="13" y="723"/>
                </a:lnTo>
                <a:lnTo>
                  <a:pt x="24" y="712"/>
                </a:lnTo>
                <a:lnTo>
                  <a:pt x="39" y="701"/>
                </a:lnTo>
                <a:lnTo>
                  <a:pt x="54" y="690"/>
                </a:lnTo>
                <a:lnTo>
                  <a:pt x="74" y="681"/>
                </a:lnTo>
                <a:lnTo>
                  <a:pt x="95" y="673"/>
                </a:lnTo>
                <a:lnTo>
                  <a:pt x="95" y="673"/>
                </a:lnTo>
                <a:lnTo>
                  <a:pt x="87" y="679"/>
                </a:lnTo>
                <a:lnTo>
                  <a:pt x="80" y="688"/>
                </a:lnTo>
                <a:lnTo>
                  <a:pt x="76" y="697"/>
                </a:lnTo>
                <a:lnTo>
                  <a:pt x="74" y="705"/>
                </a:lnTo>
                <a:lnTo>
                  <a:pt x="74" y="705"/>
                </a:lnTo>
                <a:lnTo>
                  <a:pt x="76" y="714"/>
                </a:lnTo>
                <a:lnTo>
                  <a:pt x="80" y="723"/>
                </a:lnTo>
                <a:lnTo>
                  <a:pt x="91" y="733"/>
                </a:lnTo>
                <a:lnTo>
                  <a:pt x="104" y="742"/>
                </a:lnTo>
                <a:lnTo>
                  <a:pt x="119" y="751"/>
                </a:lnTo>
                <a:lnTo>
                  <a:pt x="138" y="757"/>
                </a:lnTo>
                <a:lnTo>
                  <a:pt x="160" y="766"/>
                </a:lnTo>
                <a:lnTo>
                  <a:pt x="186" y="772"/>
                </a:lnTo>
                <a:lnTo>
                  <a:pt x="242" y="783"/>
                </a:lnTo>
                <a:lnTo>
                  <a:pt x="307" y="792"/>
                </a:lnTo>
                <a:lnTo>
                  <a:pt x="379" y="798"/>
                </a:lnTo>
                <a:lnTo>
                  <a:pt x="456" y="800"/>
                </a:lnTo>
                <a:lnTo>
                  <a:pt x="456" y="800"/>
                </a:lnTo>
                <a:lnTo>
                  <a:pt x="532" y="798"/>
                </a:lnTo>
                <a:lnTo>
                  <a:pt x="604" y="792"/>
                </a:lnTo>
                <a:lnTo>
                  <a:pt x="668" y="783"/>
                </a:lnTo>
                <a:lnTo>
                  <a:pt x="727" y="772"/>
                </a:lnTo>
                <a:lnTo>
                  <a:pt x="751" y="766"/>
                </a:lnTo>
                <a:lnTo>
                  <a:pt x="772" y="757"/>
                </a:lnTo>
                <a:lnTo>
                  <a:pt x="792" y="751"/>
                </a:lnTo>
                <a:lnTo>
                  <a:pt x="809" y="742"/>
                </a:lnTo>
                <a:lnTo>
                  <a:pt x="820" y="733"/>
                </a:lnTo>
                <a:lnTo>
                  <a:pt x="831" y="723"/>
                </a:lnTo>
                <a:lnTo>
                  <a:pt x="835" y="714"/>
                </a:lnTo>
                <a:lnTo>
                  <a:pt x="837" y="705"/>
                </a:lnTo>
                <a:lnTo>
                  <a:pt x="837" y="705"/>
                </a:lnTo>
                <a:lnTo>
                  <a:pt x="837" y="697"/>
                </a:lnTo>
                <a:lnTo>
                  <a:pt x="833" y="688"/>
                </a:lnTo>
                <a:lnTo>
                  <a:pt x="824" y="679"/>
                </a:lnTo>
                <a:lnTo>
                  <a:pt x="816" y="673"/>
                </a:lnTo>
                <a:lnTo>
                  <a:pt x="816" y="673"/>
                </a:lnTo>
                <a:close/>
                <a:moveTo>
                  <a:pt x="231" y="32"/>
                </a:moveTo>
                <a:lnTo>
                  <a:pt x="231" y="32"/>
                </a:lnTo>
                <a:lnTo>
                  <a:pt x="249" y="32"/>
                </a:lnTo>
                <a:lnTo>
                  <a:pt x="264" y="39"/>
                </a:lnTo>
                <a:lnTo>
                  <a:pt x="277" y="45"/>
                </a:lnTo>
                <a:lnTo>
                  <a:pt x="290" y="56"/>
                </a:lnTo>
                <a:lnTo>
                  <a:pt x="301" y="69"/>
                </a:lnTo>
                <a:lnTo>
                  <a:pt x="307" y="82"/>
                </a:lnTo>
                <a:lnTo>
                  <a:pt x="314" y="97"/>
                </a:lnTo>
                <a:lnTo>
                  <a:pt x="314" y="115"/>
                </a:lnTo>
                <a:lnTo>
                  <a:pt x="314" y="115"/>
                </a:lnTo>
                <a:lnTo>
                  <a:pt x="314" y="132"/>
                </a:lnTo>
                <a:lnTo>
                  <a:pt x="307" y="147"/>
                </a:lnTo>
                <a:lnTo>
                  <a:pt x="301" y="162"/>
                </a:lnTo>
                <a:lnTo>
                  <a:pt x="290" y="173"/>
                </a:lnTo>
                <a:lnTo>
                  <a:pt x="277" y="184"/>
                </a:lnTo>
                <a:lnTo>
                  <a:pt x="264" y="190"/>
                </a:lnTo>
                <a:lnTo>
                  <a:pt x="249" y="197"/>
                </a:lnTo>
                <a:lnTo>
                  <a:pt x="231" y="197"/>
                </a:lnTo>
                <a:lnTo>
                  <a:pt x="231" y="197"/>
                </a:lnTo>
                <a:lnTo>
                  <a:pt x="214" y="197"/>
                </a:lnTo>
                <a:lnTo>
                  <a:pt x="199" y="190"/>
                </a:lnTo>
                <a:lnTo>
                  <a:pt x="186" y="184"/>
                </a:lnTo>
                <a:lnTo>
                  <a:pt x="173" y="173"/>
                </a:lnTo>
                <a:lnTo>
                  <a:pt x="162" y="162"/>
                </a:lnTo>
                <a:lnTo>
                  <a:pt x="156" y="147"/>
                </a:lnTo>
                <a:lnTo>
                  <a:pt x="149" y="132"/>
                </a:lnTo>
                <a:lnTo>
                  <a:pt x="149" y="115"/>
                </a:lnTo>
                <a:lnTo>
                  <a:pt x="149" y="115"/>
                </a:lnTo>
                <a:lnTo>
                  <a:pt x="149" y="97"/>
                </a:lnTo>
                <a:lnTo>
                  <a:pt x="156" y="82"/>
                </a:lnTo>
                <a:lnTo>
                  <a:pt x="162" y="69"/>
                </a:lnTo>
                <a:lnTo>
                  <a:pt x="173" y="56"/>
                </a:lnTo>
                <a:lnTo>
                  <a:pt x="186" y="45"/>
                </a:lnTo>
                <a:lnTo>
                  <a:pt x="199" y="39"/>
                </a:lnTo>
                <a:lnTo>
                  <a:pt x="214" y="32"/>
                </a:lnTo>
                <a:lnTo>
                  <a:pt x="231" y="32"/>
                </a:lnTo>
                <a:lnTo>
                  <a:pt x="231" y="32"/>
                </a:lnTo>
                <a:close/>
                <a:moveTo>
                  <a:pt x="679" y="32"/>
                </a:moveTo>
                <a:lnTo>
                  <a:pt x="679" y="32"/>
                </a:lnTo>
                <a:lnTo>
                  <a:pt x="662" y="32"/>
                </a:lnTo>
                <a:lnTo>
                  <a:pt x="647" y="39"/>
                </a:lnTo>
                <a:lnTo>
                  <a:pt x="632" y="45"/>
                </a:lnTo>
                <a:lnTo>
                  <a:pt x="621" y="56"/>
                </a:lnTo>
                <a:lnTo>
                  <a:pt x="610" y="69"/>
                </a:lnTo>
                <a:lnTo>
                  <a:pt x="601" y="82"/>
                </a:lnTo>
                <a:lnTo>
                  <a:pt x="597" y="97"/>
                </a:lnTo>
                <a:lnTo>
                  <a:pt x="595" y="115"/>
                </a:lnTo>
                <a:lnTo>
                  <a:pt x="595" y="115"/>
                </a:lnTo>
                <a:lnTo>
                  <a:pt x="597" y="132"/>
                </a:lnTo>
                <a:lnTo>
                  <a:pt x="601" y="147"/>
                </a:lnTo>
                <a:lnTo>
                  <a:pt x="610" y="162"/>
                </a:lnTo>
                <a:lnTo>
                  <a:pt x="621" y="173"/>
                </a:lnTo>
                <a:lnTo>
                  <a:pt x="632" y="184"/>
                </a:lnTo>
                <a:lnTo>
                  <a:pt x="647" y="190"/>
                </a:lnTo>
                <a:lnTo>
                  <a:pt x="662" y="197"/>
                </a:lnTo>
                <a:lnTo>
                  <a:pt x="679" y="197"/>
                </a:lnTo>
                <a:lnTo>
                  <a:pt x="679" y="197"/>
                </a:lnTo>
                <a:lnTo>
                  <a:pt x="694" y="197"/>
                </a:lnTo>
                <a:lnTo>
                  <a:pt x="712" y="190"/>
                </a:lnTo>
                <a:lnTo>
                  <a:pt x="725" y="184"/>
                </a:lnTo>
                <a:lnTo>
                  <a:pt x="738" y="173"/>
                </a:lnTo>
                <a:lnTo>
                  <a:pt x="749" y="162"/>
                </a:lnTo>
                <a:lnTo>
                  <a:pt x="755" y="147"/>
                </a:lnTo>
                <a:lnTo>
                  <a:pt x="759" y="132"/>
                </a:lnTo>
                <a:lnTo>
                  <a:pt x="762" y="115"/>
                </a:lnTo>
                <a:lnTo>
                  <a:pt x="762" y="115"/>
                </a:lnTo>
                <a:lnTo>
                  <a:pt x="759" y="97"/>
                </a:lnTo>
                <a:lnTo>
                  <a:pt x="755" y="82"/>
                </a:lnTo>
                <a:lnTo>
                  <a:pt x="749" y="69"/>
                </a:lnTo>
                <a:lnTo>
                  <a:pt x="738" y="56"/>
                </a:lnTo>
                <a:lnTo>
                  <a:pt x="725" y="45"/>
                </a:lnTo>
                <a:lnTo>
                  <a:pt x="712" y="39"/>
                </a:lnTo>
                <a:lnTo>
                  <a:pt x="694" y="32"/>
                </a:lnTo>
                <a:lnTo>
                  <a:pt x="679" y="32"/>
                </a:lnTo>
                <a:lnTo>
                  <a:pt x="679" y="32"/>
                </a:lnTo>
                <a:close/>
                <a:moveTo>
                  <a:pt x="597" y="508"/>
                </a:moveTo>
                <a:lnTo>
                  <a:pt x="597" y="729"/>
                </a:lnTo>
                <a:lnTo>
                  <a:pt x="656" y="729"/>
                </a:lnTo>
                <a:lnTo>
                  <a:pt x="679" y="575"/>
                </a:lnTo>
                <a:lnTo>
                  <a:pt x="701" y="729"/>
                </a:lnTo>
                <a:lnTo>
                  <a:pt x="766" y="729"/>
                </a:lnTo>
                <a:lnTo>
                  <a:pt x="766" y="487"/>
                </a:lnTo>
                <a:lnTo>
                  <a:pt x="766" y="487"/>
                </a:lnTo>
                <a:lnTo>
                  <a:pt x="774" y="480"/>
                </a:lnTo>
                <a:lnTo>
                  <a:pt x="783" y="474"/>
                </a:lnTo>
                <a:lnTo>
                  <a:pt x="790" y="465"/>
                </a:lnTo>
                <a:lnTo>
                  <a:pt x="796" y="456"/>
                </a:lnTo>
                <a:lnTo>
                  <a:pt x="803" y="448"/>
                </a:lnTo>
                <a:lnTo>
                  <a:pt x="805" y="437"/>
                </a:lnTo>
                <a:lnTo>
                  <a:pt x="807" y="426"/>
                </a:lnTo>
                <a:lnTo>
                  <a:pt x="809" y="415"/>
                </a:lnTo>
                <a:lnTo>
                  <a:pt x="809" y="292"/>
                </a:lnTo>
                <a:lnTo>
                  <a:pt x="809" y="292"/>
                </a:lnTo>
                <a:lnTo>
                  <a:pt x="807" y="277"/>
                </a:lnTo>
                <a:lnTo>
                  <a:pt x="803" y="262"/>
                </a:lnTo>
                <a:lnTo>
                  <a:pt x="794" y="249"/>
                </a:lnTo>
                <a:lnTo>
                  <a:pt x="785" y="236"/>
                </a:lnTo>
                <a:lnTo>
                  <a:pt x="774" y="227"/>
                </a:lnTo>
                <a:lnTo>
                  <a:pt x="759" y="218"/>
                </a:lnTo>
                <a:lnTo>
                  <a:pt x="746" y="214"/>
                </a:lnTo>
                <a:lnTo>
                  <a:pt x="729" y="212"/>
                </a:lnTo>
                <a:lnTo>
                  <a:pt x="632" y="212"/>
                </a:lnTo>
                <a:lnTo>
                  <a:pt x="632" y="212"/>
                </a:lnTo>
                <a:lnTo>
                  <a:pt x="614" y="214"/>
                </a:lnTo>
                <a:lnTo>
                  <a:pt x="614" y="214"/>
                </a:lnTo>
                <a:lnTo>
                  <a:pt x="623" y="231"/>
                </a:lnTo>
                <a:lnTo>
                  <a:pt x="630" y="247"/>
                </a:lnTo>
                <a:lnTo>
                  <a:pt x="634" y="266"/>
                </a:lnTo>
                <a:lnTo>
                  <a:pt x="634" y="283"/>
                </a:lnTo>
                <a:lnTo>
                  <a:pt x="634" y="420"/>
                </a:lnTo>
                <a:lnTo>
                  <a:pt x="634" y="420"/>
                </a:lnTo>
                <a:lnTo>
                  <a:pt x="634" y="433"/>
                </a:lnTo>
                <a:lnTo>
                  <a:pt x="632" y="443"/>
                </a:lnTo>
                <a:lnTo>
                  <a:pt x="625" y="467"/>
                </a:lnTo>
                <a:lnTo>
                  <a:pt x="612" y="491"/>
                </a:lnTo>
                <a:lnTo>
                  <a:pt x="597" y="508"/>
                </a:lnTo>
                <a:lnTo>
                  <a:pt x="597" y="508"/>
                </a:lnTo>
                <a:close/>
                <a:moveTo>
                  <a:pt x="456" y="0"/>
                </a:moveTo>
                <a:lnTo>
                  <a:pt x="456" y="0"/>
                </a:lnTo>
                <a:lnTo>
                  <a:pt x="476" y="2"/>
                </a:lnTo>
                <a:lnTo>
                  <a:pt x="493" y="9"/>
                </a:lnTo>
                <a:lnTo>
                  <a:pt x="508" y="17"/>
                </a:lnTo>
                <a:lnTo>
                  <a:pt x="521" y="28"/>
                </a:lnTo>
                <a:lnTo>
                  <a:pt x="532" y="41"/>
                </a:lnTo>
                <a:lnTo>
                  <a:pt x="541" y="56"/>
                </a:lnTo>
                <a:lnTo>
                  <a:pt x="545" y="74"/>
                </a:lnTo>
                <a:lnTo>
                  <a:pt x="547" y="91"/>
                </a:lnTo>
                <a:lnTo>
                  <a:pt x="547" y="91"/>
                </a:lnTo>
                <a:lnTo>
                  <a:pt x="545" y="110"/>
                </a:lnTo>
                <a:lnTo>
                  <a:pt x="541" y="128"/>
                </a:lnTo>
                <a:lnTo>
                  <a:pt x="532" y="143"/>
                </a:lnTo>
                <a:lnTo>
                  <a:pt x="521" y="156"/>
                </a:lnTo>
                <a:lnTo>
                  <a:pt x="508" y="167"/>
                </a:lnTo>
                <a:lnTo>
                  <a:pt x="493" y="175"/>
                </a:lnTo>
                <a:lnTo>
                  <a:pt x="476" y="180"/>
                </a:lnTo>
                <a:lnTo>
                  <a:pt x="456" y="182"/>
                </a:lnTo>
                <a:lnTo>
                  <a:pt x="456" y="182"/>
                </a:lnTo>
                <a:lnTo>
                  <a:pt x="439" y="180"/>
                </a:lnTo>
                <a:lnTo>
                  <a:pt x="422" y="175"/>
                </a:lnTo>
                <a:lnTo>
                  <a:pt x="407" y="167"/>
                </a:lnTo>
                <a:lnTo>
                  <a:pt x="394" y="156"/>
                </a:lnTo>
                <a:lnTo>
                  <a:pt x="383" y="143"/>
                </a:lnTo>
                <a:lnTo>
                  <a:pt x="374" y="128"/>
                </a:lnTo>
                <a:lnTo>
                  <a:pt x="368" y="110"/>
                </a:lnTo>
                <a:lnTo>
                  <a:pt x="368" y="91"/>
                </a:lnTo>
                <a:lnTo>
                  <a:pt x="368" y="91"/>
                </a:lnTo>
                <a:lnTo>
                  <a:pt x="368" y="74"/>
                </a:lnTo>
                <a:lnTo>
                  <a:pt x="374" y="56"/>
                </a:lnTo>
                <a:lnTo>
                  <a:pt x="383" y="41"/>
                </a:lnTo>
                <a:lnTo>
                  <a:pt x="394" y="28"/>
                </a:lnTo>
                <a:lnTo>
                  <a:pt x="407" y="17"/>
                </a:lnTo>
                <a:lnTo>
                  <a:pt x="422" y="9"/>
                </a:lnTo>
                <a:lnTo>
                  <a:pt x="439" y="2"/>
                </a:lnTo>
                <a:lnTo>
                  <a:pt x="456" y="0"/>
                </a:lnTo>
                <a:lnTo>
                  <a:pt x="456" y="0"/>
                </a:lnTo>
                <a:close/>
                <a:moveTo>
                  <a:pt x="547" y="495"/>
                </a:moveTo>
                <a:lnTo>
                  <a:pt x="547" y="495"/>
                </a:lnTo>
                <a:lnTo>
                  <a:pt x="556" y="489"/>
                </a:lnTo>
                <a:lnTo>
                  <a:pt x="565" y="482"/>
                </a:lnTo>
                <a:lnTo>
                  <a:pt x="573" y="474"/>
                </a:lnTo>
                <a:lnTo>
                  <a:pt x="580" y="465"/>
                </a:lnTo>
                <a:lnTo>
                  <a:pt x="586" y="454"/>
                </a:lnTo>
                <a:lnTo>
                  <a:pt x="591" y="443"/>
                </a:lnTo>
                <a:lnTo>
                  <a:pt x="593" y="430"/>
                </a:lnTo>
                <a:lnTo>
                  <a:pt x="593" y="420"/>
                </a:lnTo>
                <a:lnTo>
                  <a:pt x="593" y="283"/>
                </a:lnTo>
                <a:lnTo>
                  <a:pt x="593" y="283"/>
                </a:lnTo>
                <a:lnTo>
                  <a:pt x="591" y="266"/>
                </a:lnTo>
                <a:lnTo>
                  <a:pt x="586" y="251"/>
                </a:lnTo>
                <a:lnTo>
                  <a:pt x="578" y="236"/>
                </a:lnTo>
                <a:lnTo>
                  <a:pt x="569" y="223"/>
                </a:lnTo>
                <a:lnTo>
                  <a:pt x="556" y="212"/>
                </a:lnTo>
                <a:lnTo>
                  <a:pt x="541" y="206"/>
                </a:lnTo>
                <a:lnTo>
                  <a:pt x="524" y="199"/>
                </a:lnTo>
                <a:lnTo>
                  <a:pt x="508" y="199"/>
                </a:lnTo>
                <a:lnTo>
                  <a:pt x="402" y="199"/>
                </a:lnTo>
                <a:lnTo>
                  <a:pt x="402" y="199"/>
                </a:lnTo>
                <a:lnTo>
                  <a:pt x="385" y="199"/>
                </a:lnTo>
                <a:lnTo>
                  <a:pt x="368" y="206"/>
                </a:lnTo>
                <a:lnTo>
                  <a:pt x="355" y="212"/>
                </a:lnTo>
                <a:lnTo>
                  <a:pt x="342" y="223"/>
                </a:lnTo>
                <a:lnTo>
                  <a:pt x="331" y="236"/>
                </a:lnTo>
                <a:lnTo>
                  <a:pt x="322" y="251"/>
                </a:lnTo>
                <a:lnTo>
                  <a:pt x="318" y="266"/>
                </a:lnTo>
                <a:lnTo>
                  <a:pt x="316" y="283"/>
                </a:lnTo>
                <a:lnTo>
                  <a:pt x="316" y="420"/>
                </a:lnTo>
                <a:lnTo>
                  <a:pt x="316" y="420"/>
                </a:lnTo>
                <a:lnTo>
                  <a:pt x="316" y="430"/>
                </a:lnTo>
                <a:lnTo>
                  <a:pt x="320" y="443"/>
                </a:lnTo>
                <a:lnTo>
                  <a:pt x="325" y="454"/>
                </a:lnTo>
                <a:lnTo>
                  <a:pt x="329" y="465"/>
                </a:lnTo>
                <a:lnTo>
                  <a:pt x="335" y="474"/>
                </a:lnTo>
                <a:lnTo>
                  <a:pt x="344" y="482"/>
                </a:lnTo>
                <a:lnTo>
                  <a:pt x="353" y="489"/>
                </a:lnTo>
                <a:lnTo>
                  <a:pt x="363" y="495"/>
                </a:lnTo>
                <a:lnTo>
                  <a:pt x="363" y="759"/>
                </a:lnTo>
                <a:lnTo>
                  <a:pt x="433" y="759"/>
                </a:lnTo>
                <a:lnTo>
                  <a:pt x="456" y="593"/>
                </a:lnTo>
                <a:lnTo>
                  <a:pt x="482" y="759"/>
                </a:lnTo>
                <a:lnTo>
                  <a:pt x="547" y="759"/>
                </a:lnTo>
                <a:lnTo>
                  <a:pt x="547" y="495"/>
                </a:lnTo>
                <a:lnTo>
                  <a:pt x="547" y="495"/>
                </a:lnTo>
                <a:close/>
                <a:moveTo>
                  <a:pt x="314" y="508"/>
                </a:moveTo>
                <a:lnTo>
                  <a:pt x="314" y="508"/>
                </a:lnTo>
                <a:lnTo>
                  <a:pt x="296" y="491"/>
                </a:lnTo>
                <a:lnTo>
                  <a:pt x="286" y="467"/>
                </a:lnTo>
                <a:lnTo>
                  <a:pt x="277" y="443"/>
                </a:lnTo>
                <a:lnTo>
                  <a:pt x="277" y="433"/>
                </a:lnTo>
                <a:lnTo>
                  <a:pt x="275" y="420"/>
                </a:lnTo>
                <a:lnTo>
                  <a:pt x="275" y="283"/>
                </a:lnTo>
                <a:lnTo>
                  <a:pt x="275" y="283"/>
                </a:lnTo>
                <a:lnTo>
                  <a:pt x="277" y="266"/>
                </a:lnTo>
                <a:lnTo>
                  <a:pt x="281" y="247"/>
                </a:lnTo>
                <a:lnTo>
                  <a:pt x="288" y="231"/>
                </a:lnTo>
                <a:lnTo>
                  <a:pt x="296" y="214"/>
                </a:lnTo>
                <a:lnTo>
                  <a:pt x="296" y="214"/>
                </a:lnTo>
                <a:lnTo>
                  <a:pt x="277" y="212"/>
                </a:lnTo>
                <a:lnTo>
                  <a:pt x="182" y="212"/>
                </a:lnTo>
                <a:lnTo>
                  <a:pt x="182" y="212"/>
                </a:lnTo>
                <a:lnTo>
                  <a:pt x="164" y="214"/>
                </a:lnTo>
                <a:lnTo>
                  <a:pt x="149" y="218"/>
                </a:lnTo>
                <a:lnTo>
                  <a:pt x="136" y="227"/>
                </a:lnTo>
                <a:lnTo>
                  <a:pt x="125" y="236"/>
                </a:lnTo>
                <a:lnTo>
                  <a:pt x="115" y="249"/>
                </a:lnTo>
                <a:lnTo>
                  <a:pt x="108" y="262"/>
                </a:lnTo>
                <a:lnTo>
                  <a:pt x="104" y="277"/>
                </a:lnTo>
                <a:lnTo>
                  <a:pt x="102" y="292"/>
                </a:lnTo>
                <a:lnTo>
                  <a:pt x="102" y="415"/>
                </a:lnTo>
                <a:lnTo>
                  <a:pt x="102" y="415"/>
                </a:lnTo>
                <a:lnTo>
                  <a:pt x="102" y="426"/>
                </a:lnTo>
                <a:lnTo>
                  <a:pt x="106" y="437"/>
                </a:lnTo>
                <a:lnTo>
                  <a:pt x="108" y="448"/>
                </a:lnTo>
                <a:lnTo>
                  <a:pt x="115" y="456"/>
                </a:lnTo>
                <a:lnTo>
                  <a:pt x="119" y="465"/>
                </a:lnTo>
                <a:lnTo>
                  <a:pt x="128" y="474"/>
                </a:lnTo>
                <a:lnTo>
                  <a:pt x="136" y="480"/>
                </a:lnTo>
                <a:lnTo>
                  <a:pt x="145" y="487"/>
                </a:lnTo>
                <a:lnTo>
                  <a:pt x="145" y="729"/>
                </a:lnTo>
                <a:lnTo>
                  <a:pt x="208" y="729"/>
                </a:lnTo>
                <a:lnTo>
                  <a:pt x="231" y="575"/>
                </a:lnTo>
                <a:lnTo>
                  <a:pt x="255" y="729"/>
                </a:lnTo>
                <a:lnTo>
                  <a:pt x="314" y="729"/>
                </a:lnTo>
                <a:lnTo>
                  <a:pt x="314" y="508"/>
                </a:lnTo>
                <a:close/>
              </a:path>
            </a:pathLst>
          </a:custGeom>
          <a:solidFill>
            <a:srgbClr val="0A4776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/>
          </a:p>
        </p:txBody>
      </p:sp>
      <p:sp>
        <p:nvSpPr>
          <p:cNvPr id="7" name="PA_TextPlaceholder 32"/>
          <p:cNvSpPr txBox="1"/>
          <p:nvPr>
            <p:custDataLst>
              <p:tags r:id="rId27"/>
            </p:custDataLst>
          </p:nvPr>
        </p:nvSpPr>
        <p:spPr>
          <a:xfrm>
            <a:off x="681355" y="4306570"/>
            <a:ext cx="4902835" cy="427355"/>
          </a:xfrm>
          <a:prstGeom prst="rect">
            <a:avLst/>
          </a:prstGeom>
        </p:spPr>
        <p:txBody>
          <a:bodyPr lIns="0" tIns="0" rIns="0" bIns="0" anchor="ctr" anchorCtr="0" wrap="square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000">
                <a:latin typeface="微软雅黑"/>
              </a:defRPr>
            </a:pPr>
            <a:r>
              <a:t>**岗位职责与要求**</a:t>
            </a:r>
            <a:br/>
            <a:br/>
            <a:r>
              <a:t>- **硬件测试专家（2人）**</a:t>
            </a:r>
            <a:br/>
            <a:r>
              <a:t>  - 实施和监控性能测试</a:t>
            </a:r>
            <a:br/>
            <a:r>
              <a:t>  - 完成产品兼容性验证</a:t>
            </a:r>
            <a:br/>
            <a:br/>
            <a:r>
              <a:t>- **嵌入式软件测试专员（1人）**</a:t>
            </a:r>
            <a:br/>
            <a:r>
              <a:t>  - 进行软件功能测试</a:t>
            </a:r>
            <a:br/>
            <a:r>
              <a:t>  - 编写详细的测试报告</a:t>
            </a:r>
            <a:br/>
            <a:br/>
            <a:r>
              <a:t>- **产线与NPI测试工程师（1人）**</a:t>
            </a:r>
            <a:br/>
            <a:r>
              <a:t>  - 验证生产过程中的质量控制</a:t>
            </a:r>
            <a:br/>
            <a:r>
              <a:t>  - 执行新产品的引入阶段测试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0">
        <p:fade/>
      </p:transition>
    </mc:Choice>
    <mc:Fallback>
      <p:transition spd="med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 autoUpdateAnimBg="0"/>
      <p:bldP spid="14" grpId="0"/>
      <p:bldP spid="29" grpId="0" bldLvl="0" animBg="1" autoUpdateAnimBg="0"/>
      <p:bldP spid="38" grpId="0" bldLvl="0" animBg="1" autoUpdateAnimBg="0"/>
      <p:bldP spid="39" grpId="0" bldLvl="0" animBg="1" autoUpdateAnimBg="0"/>
      <p:bldP spid="40" grpId="0" bldLvl="0" animBg="1" autoUpdateAnimBg="0"/>
      <p:bldP spid="41" grpId="0" bldLvl="0" animBg="1" autoUpdateAnimBg="0"/>
      <p:bldP spid="42" grpId="0" animBg="1" autoUpdateAnimBg="0"/>
      <p:bldP spid="47" grpId="0"/>
      <p:bldP spid="48" grpId="0"/>
      <p:bldP spid="49" grpId="0"/>
      <p:bldP spid="50" grpId="0"/>
      <p:bldP spid="52" grpId="0"/>
      <p:bldP spid="62" grpId="0"/>
      <p:bldP spid="63" grpId="0"/>
      <p:bldP spid="65" grpId="0" bldLvl="0" animBg="1"/>
      <p:bldP spid="2" grpId="0" bldLvl="0" animBg="1"/>
      <p:bldP spid="3" grpId="0" bldLvl="0" animBg="1"/>
      <p:bldP spid="6" grpId="0" bldLvl="0" animBg="1"/>
      <p:bldP spid="7" grpId="0" animBg="1" autoUpdateAnimBg="0"/>
    </p:bldLst>
  </p:timing>
</p:sld>
</file>

<file path=ppt/tags/tag1.xml><?xml version="1.0" encoding="utf-8"?>
<p:tagLst xmlns:p="http://schemas.openxmlformats.org/presentationml/2006/main">
  <p:tag name="PA" val="v3.0.1"/>
</p:tagLst>
</file>

<file path=ppt/tags/tag2.xml><?xml version="1.0" encoding="utf-8"?>
<p:tagLst xmlns:p="http://schemas.openxmlformats.org/presentationml/2006/main">
  <p:tag name="PA" val="v3.0.1"/>
</p:tagLst>
</file>

<file path=ppt/tags/tag3.xml><?xml version="1.0" encoding="utf-8"?>
<p:tagLst xmlns:p="http://schemas.openxmlformats.org/presentationml/2006/main">
  <p:tag name="PA" val="v3.0.1"/>
</p:tagLst>
</file>

<file path=ppt/tags/tag4.xml><?xml version="1.0" encoding="utf-8"?>
<p:tagLst xmlns:p="http://schemas.openxmlformats.org/presentationml/2006/main">
  <p:tag name="PA" val="v3.0.1"/>
</p:tagLst>
</file>

<file path=ppt/tags/tag5.xml><?xml version="1.0" encoding="utf-8"?>
<p:tagLst xmlns:p="http://schemas.openxmlformats.org/presentationml/2006/main">
  <p:tag name="PA" val="v3.0.1"/>
</p:tagLst>
</file>

<file path=ppt/tags/tag6.xml><?xml version="1.0" encoding="utf-8"?>
<p:tagLst xmlns:p="http://schemas.openxmlformats.org/presentationml/2006/main">
  <p:tag name="PA" val="v3.0.1"/>
</p:tagLst>
</file>

<file path=ppt/tags/tag7.xml><?xml version="1.0" encoding="utf-8"?>
<p:tagLst xmlns:p="http://schemas.openxmlformats.org/presentationml/2006/main">
  <p:tag name="PA" val="v3.0.1"/>
</p:tagLst>
</file>

<file path=ppt/tags/tag8.xml><?xml version="1.0" encoding="utf-8"?>
<p:tagLst xmlns:p="http://schemas.openxmlformats.org/presentationml/2006/main">
  <p:tag name="PA" val="v3.0.1"/>
  <p:tag name="KSO_WM_DIAGRAM_VIRTUALLY_FRAME" val="{&quot;height&quot;:205.51181102362202,&quot;left&quot;:64.97543307086615,&quot;top&quot;:128.5359842519685,&quot;width&quot;:596.7471653543306}"/>
</p:tagLst>
</file>

<file path=ppt/tags/tag9.xml><?xml version="1.0" encoding="utf-8"?>
<p:tagLst xmlns:p="http://schemas.openxmlformats.org/presentationml/2006/main">
  <p:tag name="PA" val="v3.0.1"/>
  <p:tag name="KSO_WM_DIAGRAM_VIRTUALLY_FRAME" val="{&quot;height&quot;:205.51181102362202,&quot;left&quot;:64.97543307086615,&quot;top&quot;:128.5359842519685,&quot;width&quot;:596.7471653543306}"/>
</p:tagLst>
</file>

<file path=ppt/tags/tag10.xml><?xml version="1.0" encoding="utf-8"?>
<p:tagLst xmlns:p="http://schemas.openxmlformats.org/presentationml/2006/main">
  <p:tag name="PA" val="v3.0.1"/>
  <p:tag name="KSO_WM_DIAGRAM_VIRTUALLY_FRAME" val="{&quot;height&quot;:205.51181102362202,&quot;left&quot;:64.97543307086615,&quot;top&quot;:128.5359842519685,&quot;width&quot;:596.7471653543306}"/>
</p:tagLst>
</file>

<file path=ppt/tags/tag11.xml><?xml version="1.0" encoding="utf-8"?>
<p:tagLst xmlns:p="http://schemas.openxmlformats.org/presentationml/2006/main">
  <p:tag name="PA" val="v3.0.1"/>
  <p:tag name="KSO_WM_DIAGRAM_VIRTUALLY_FRAME" val="{&quot;height&quot;:205.51181102362202,&quot;left&quot;:64.97543307086615,&quot;top&quot;:128.5359842519685,&quot;width&quot;:596.7471653543306}"/>
</p:tagLst>
</file>

<file path=ppt/tags/tag12.xml><?xml version="1.0" encoding="utf-8"?>
<p:tagLst xmlns:p="http://schemas.openxmlformats.org/presentationml/2006/main">
  <p:tag name="PA" val="v3.0.1"/>
  <p:tag name="KSO_WM_DIAGRAM_VIRTUALLY_FRAME" val="{&quot;height&quot;:205.51181102362202,&quot;left&quot;:64.97543307086615,&quot;top&quot;:128.5359842519685,&quot;width&quot;:596.7471653543306}"/>
</p:tagLst>
</file>

<file path=ppt/tags/tag13.xml><?xml version="1.0" encoding="utf-8"?>
<p:tagLst xmlns:p="http://schemas.openxmlformats.org/presentationml/2006/main">
  <p:tag name="PA" val="v3.0.1"/>
  <p:tag name="KSO_WM_DIAGRAM_VIRTUALLY_FRAME" val="{&quot;height&quot;:205.51181102362202,&quot;left&quot;:64.97543307086615,&quot;top&quot;:128.5359842519685,&quot;width&quot;:596.7471653543306}"/>
</p:tagLst>
</file>

<file path=ppt/tags/tag14.xml><?xml version="1.0" encoding="utf-8"?>
<p:tagLst xmlns:p="http://schemas.openxmlformats.org/presentationml/2006/main">
  <p:tag name="PA" val="v3.0.1"/>
  <p:tag name="KSO_WM_DIAGRAM_VIRTUALLY_FRAME" val="{&quot;height&quot;:205.51181102362202,&quot;left&quot;:64.97543307086615,&quot;top&quot;:128.5359842519685,&quot;width&quot;:596.7471653543306}"/>
</p:tagLst>
</file>

<file path=ppt/tags/tag15.xml><?xml version="1.0" encoding="utf-8"?>
<p:tagLst xmlns:p="http://schemas.openxmlformats.org/presentationml/2006/main">
  <p:tag name="PA" val="v3.0.1"/>
  <p:tag name="KSO_WM_DIAGRAM_VIRTUALLY_FRAME" val="{&quot;height&quot;:205.51181102362202,&quot;left&quot;:64.97543307086615,&quot;top&quot;:128.5359842519685,&quot;width&quot;:596.7471653543306}"/>
</p:tagLst>
</file>

<file path=ppt/tags/tag16.xml><?xml version="1.0" encoding="utf-8"?>
<p:tagLst xmlns:p="http://schemas.openxmlformats.org/presentationml/2006/main">
  <p:tag name="PA" val="v3.0.1"/>
  <p:tag name="KSO_WM_DIAGRAM_VIRTUALLY_FRAME" val="{&quot;height&quot;:205.51181102362202,&quot;left&quot;:64.97543307086615,&quot;top&quot;:128.5359842519685,&quot;width&quot;:596.7471653543306}"/>
</p:tagLst>
</file>

<file path=ppt/tags/tag17.xml><?xml version="1.0" encoding="utf-8"?>
<p:tagLst xmlns:p="http://schemas.openxmlformats.org/presentationml/2006/main">
  <p:tag name="PA" val="v3.0.1"/>
  <p:tag name="KSO_WM_DIAGRAM_VIRTUALLY_FRAME" val="{&quot;height&quot;:205.51181102362202,&quot;left&quot;:64.97543307086615,&quot;top&quot;:128.5359842519685,&quot;width&quot;:596.7471653543306}"/>
</p:tagLst>
</file>

<file path=ppt/tags/tag18.xml><?xml version="1.0" encoding="utf-8"?>
<p:tagLst xmlns:p="http://schemas.openxmlformats.org/presentationml/2006/main">
  <p:tag name="PA" val="v3.0.1"/>
  <p:tag name="KSO_WM_DIAGRAM_VIRTUALLY_FRAME" val="{&quot;height&quot;:205.51181102362202,&quot;left&quot;:64.97543307086615,&quot;top&quot;:128.5359842519685,&quot;width&quot;:596.7471653543306}"/>
</p:tagLst>
</file>

<file path=ppt/tags/tag19.xml><?xml version="1.0" encoding="utf-8"?>
<p:tagLst xmlns:p="http://schemas.openxmlformats.org/presentationml/2006/main">
  <p:tag name="PA" val="v3.0.1"/>
  <p:tag name="KSO_WM_DIAGRAM_VIRTUALLY_FRAME" val="{&quot;height&quot;:205.51181102362202,&quot;left&quot;:64.97543307086615,&quot;top&quot;:128.5359842519685,&quot;width&quot;:596.7471653543306}"/>
</p:tagLst>
</file>

<file path=ppt/tags/tag20.xml><?xml version="1.0" encoding="utf-8"?>
<p:tagLst xmlns:p="http://schemas.openxmlformats.org/presentationml/2006/main">
  <p:tag name="PA" val="v3.0.1"/>
  <p:tag name="KSO_WM_DIAGRAM_VIRTUALLY_FRAME" val="{&quot;height&quot;:205.51181102362202,&quot;left&quot;:64.97543307086615,&quot;top&quot;:128.5359842519685,&quot;width&quot;:596.7471653543306}"/>
</p:tagLst>
</file>

<file path=ppt/tags/tag21.xml><?xml version="1.0" encoding="utf-8"?>
<p:tagLst xmlns:p="http://schemas.openxmlformats.org/presentationml/2006/main">
  <p:tag name="PA" val="v3.0.1"/>
  <p:tag name="KSO_WM_DIAGRAM_VIRTUALLY_FRAME" val="{&quot;height&quot;:205.51181102362202,&quot;left&quot;:64.97543307086615,&quot;top&quot;:128.5359842519685,&quot;width&quot;:596.7471653543306}"/>
</p:tagLst>
</file>

<file path=ppt/tags/tag22.xml><?xml version="1.0" encoding="utf-8"?>
<p:tagLst xmlns:p="http://schemas.openxmlformats.org/presentationml/2006/main">
  <p:tag name="PA" val="v3.0.1"/>
  <p:tag name="KSO_WM_DIAGRAM_VIRTUALLY_FRAME" val="{&quot;height&quot;:205.51181102362202,&quot;left&quot;:64.97543307086615,&quot;top&quot;:128.5359842519685,&quot;width&quot;:596.7471653543306}"/>
</p:tagLst>
</file>

<file path=ppt/tags/tag23.xml><?xml version="1.0" encoding="utf-8"?>
<p:tagLst xmlns:p="http://schemas.openxmlformats.org/presentationml/2006/main">
  <p:tag name="PA" val="v3.0.1"/>
  <p:tag name="KSO_WM_DIAGRAM_VIRTUALLY_FRAME" val="{&quot;height&quot;:205.51181102362202,&quot;left&quot;:64.97543307086615,&quot;top&quot;:128.5359842519685,&quot;width&quot;:596.7471653543306}"/>
</p:tagLst>
</file>

<file path=ppt/tags/tag24.xml><?xml version="1.0" encoding="utf-8"?>
<p:tagLst xmlns:p="http://schemas.openxmlformats.org/presentationml/2006/main">
  <p:tag name="PA" val="v3.0.1"/>
  <p:tag name="KSO_WM_DIAGRAM_VIRTUALLY_FRAME" val="{&quot;height&quot;:205.51181102362202,&quot;left&quot;:64.97543307086615,&quot;top&quot;:128.5359842519685,&quot;width&quot;:596.7471653543306}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218</Words>
  <Application>WPS 演示</Application>
  <PresentationFormat>全屏显示(16:9)</PresentationFormat>
  <Paragraphs>20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5" baseType="lpstr">
      <vt:lpstr>Arial</vt:lpstr>
      <vt:lpstr>宋体</vt:lpstr>
      <vt:lpstr>Wingdings</vt:lpstr>
      <vt:lpstr>微软雅黑</vt:lpstr>
      <vt:lpstr>Open Sans Light</vt:lpstr>
      <vt:lpstr>Times New Roman</vt:lpstr>
      <vt:lpstr>Neris Thin</vt:lpstr>
      <vt:lpstr>Segoe Print</vt:lpstr>
      <vt:lpstr>Roboto light</vt:lpstr>
      <vt:lpstr>Roboto medium</vt:lpstr>
      <vt:lpstr>Calibri</vt:lpstr>
      <vt:lpstr>Arial Unicode MS</vt:lpstr>
      <vt:lpstr>Calibri Light</vt:lpstr>
      <vt:lpstr>Office 主题</vt:lpstr>
      <vt:lpstr>PowerPoint 演示文稿</vt:lpstr>
    </vt:vector>
  </TitlesOfParts>
  <Company>CHENYING0907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我是个胖子</cp:lastModifiedBy>
  <cp:revision>73</cp:revision>
  <dcterms:created xsi:type="dcterms:W3CDTF">2015-05-05T08:02:00Z</dcterms:created>
  <dcterms:modified xsi:type="dcterms:W3CDTF">2026-05-07T02:57:27Z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2052-12.1.0.25865</vt:lpwstr>
  </property>
  <property fmtid="{D5CDD505-2E9C-101B-9397-08002B2CF9AE}" pid="3" name="ICV">
    <vt:lpwstr>F197F4D93E264962B9A51D2742F5F1F6_12</vt:lpwstr>
  </property>
</Properties>
</file>