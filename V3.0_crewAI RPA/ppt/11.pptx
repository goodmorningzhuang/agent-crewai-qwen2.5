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92" r:id="rId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1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776"/>
    <a:srgbClr val="5A9FCF"/>
    <a:srgbClr val="1D7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3923" autoAdjust="0"/>
  </p:normalViewPr>
  <p:slideViewPr>
    <p:cSldViewPr snapToGrid="0" showGuides="1">
      <p:cViewPr varScale="1">
        <p:scale>
          <a:sx n="110" d="100"/>
          <a:sy n="110" d="100"/>
        </p:scale>
        <p:origin x="534" y="354"/>
      </p:cViewPr>
      <p:guideLst>
        <p:guide orient="horz" pos="1614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A7B-9EDF-46FF-8B8F-94327800FA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A3A3-2188-464F-9072-FE8FD80D17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image" Target="../media/image2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27.xml"/><Relationship Id="rId7" Type="http://schemas.openxmlformats.org/officeDocument/2006/relationships/image" Target="../media/image4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3.png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3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F:\案例二\394\1.png"/>
          <p:cNvPicPr>
            <a:picLocks noChangeAspect="1" noChangeArrowheads="1"/>
          </p:cNvPicPr>
          <p:nvPr/>
        </p:nvPicPr>
        <p:blipFill rotWithShape="1">
          <a:blip r:embed="rId1" cstate="print"/>
          <a:srcRect l="-11997"/>
          <a:stretch>
            <a:fillRect/>
          </a:stretch>
        </p:blipFill>
        <p:spPr bwMode="auto">
          <a:xfrm rot="16200000">
            <a:off x="-874616" y="223145"/>
            <a:ext cx="6678992" cy="4947401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A_矩形 48"/>
          <p:cNvSpPr/>
          <p:nvPr>
            <p:custDataLst>
              <p:tags r:id="rId2"/>
            </p:custDataLst>
          </p:nvPr>
        </p:nvSpPr>
        <p:spPr bwMode="auto">
          <a:xfrm>
            <a:off x="2186940" y="2252980"/>
            <a:ext cx="2367280" cy="622300"/>
          </a:xfrm>
          <a:prstGeom prst="rect">
            <a:avLst/>
          </a:prstGeom>
          <a:noFill/>
          <a:effectLst/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id-ID" sz="3600" b="1" spc="-85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Light" panose="020B0306030504020204" pitchFamily="34" charset="0"/>
              </a:rPr>
              <a:t>测试</a:t>
            </a:r>
            <a:r>
              <a:rPr lang="zh-CN" altLang="id-ID" sz="3600" b="1" spc="-85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Light" panose="020B0306030504020204" pitchFamily="34" charset="0"/>
              </a:rPr>
              <a:t>目录</a:t>
            </a:r>
            <a:endParaRPr lang="zh-CN" altLang="id-ID" sz="3600" b="1" spc="-85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en Sans Light" panose="020B0306030504020204" pitchFamily="34" charset="0"/>
            </a:endParaRPr>
          </a:p>
        </p:txBody>
      </p:sp>
      <p:grpSp>
        <p:nvGrpSpPr>
          <p:cNvPr id="10" name="PA_组合 9"/>
          <p:cNvGrpSpPr/>
          <p:nvPr>
            <p:custDataLst>
              <p:tags r:id="rId3"/>
            </p:custDataLst>
          </p:nvPr>
        </p:nvGrpSpPr>
        <p:grpSpPr>
          <a:xfrm>
            <a:off x="4856962" y="951474"/>
            <a:ext cx="684000" cy="684000"/>
            <a:chOff x="2494238" y="1545926"/>
            <a:chExt cx="1170130" cy="1170130"/>
          </a:xfrm>
        </p:grpSpPr>
        <p:sp>
          <p:nvSpPr>
            <p:cNvPr id="11" name="椭圆 10"/>
            <p:cNvSpPr/>
            <p:nvPr>
              <p:custDataLst>
                <p:tags r:id="rId4"/>
              </p:custDataLst>
            </p:nvPr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>
              <p:custDataLst>
                <p:tags r:id="rId5"/>
              </p:custDataLst>
            </p:nvPr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6"/>
            </p:custDataLst>
          </p:nvPr>
        </p:nvSpPr>
        <p:spPr>
          <a:xfrm>
            <a:off x="5644243" y="1036740"/>
            <a:ext cx="2464878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测试项目</a:t>
            </a:r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0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PA_组合 14"/>
          <p:cNvGrpSpPr/>
          <p:nvPr>
            <p:custDataLst>
              <p:tags r:id="rId7"/>
            </p:custDataLst>
          </p:nvPr>
        </p:nvGrpSpPr>
        <p:grpSpPr>
          <a:xfrm>
            <a:off x="4856962" y="1831689"/>
            <a:ext cx="684000" cy="683895"/>
            <a:chOff x="2494238" y="1545926"/>
            <a:chExt cx="1170130" cy="1170130"/>
          </a:xfrm>
        </p:grpSpPr>
        <p:sp>
          <p:nvSpPr>
            <p:cNvPr id="16" name="椭圆 15"/>
            <p:cNvSpPr/>
            <p:nvPr>
              <p:custDataLst>
                <p:tags r:id="rId8"/>
              </p:custDataLst>
            </p:nvPr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>
              <p:custDataLst>
                <p:tags r:id="rId9"/>
              </p:custDataLst>
            </p:nvPr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PA_矩形 17"/>
          <p:cNvSpPr/>
          <p:nvPr>
            <p:custDataLst>
              <p:tags r:id="rId10"/>
            </p:custDataLst>
          </p:nvPr>
        </p:nvSpPr>
        <p:spPr>
          <a:xfrm>
            <a:off x="5644243" y="1916850"/>
            <a:ext cx="282253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测试人员接入</a:t>
            </a:r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20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PA_组合 18"/>
          <p:cNvGrpSpPr/>
          <p:nvPr>
            <p:custDataLst>
              <p:tags r:id="rId11"/>
            </p:custDataLst>
          </p:nvPr>
        </p:nvGrpSpPr>
        <p:grpSpPr>
          <a:xfrm>
            <a:off x="4856962" y="2711799"/>
            <a:ext cx="684000" cy="683895"/>
            <a:chOff x="2494238" y="1545926"/>
            <a:chExt cx="1170130" cy="1170130"/>
          </a:xfrm>
        </p:grpSpPr>
        <p:sp>
          <p:nvSpPr>
            <p:cNvPr id="20" name="椭圆 19"/>
            <p:cNvSpPr/>
            <p:nvPr>
              <p:custDataLst>
                <p:tags r:id="rId12"/>
              </p:custDataLst>
            </p:nvPr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>
              <p:custDataLst>
                <p:tags r:id="rId13"/>
              </p:custDataLst>
            </p:nvPr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PA_矩形 21"/>
          <p:cNvSpPr/>
          <p:nvPr>
            <p:custDataLst>
              <p:tags r:id="rId14"/>
            </p:custDataLst>
          </p:nvPr>
        </p:nvSpPr>
        <p:spPr>
          <a:xfrm>
            <a:off x="5644243" y="2796960"/>
            <a:ext cx="297699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排配</a:t>
            </a:r>
            <a:endParaRPr lang="zh-CN" altLang="en-US" sz="20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PA_组合 22"/>
          <p:cNvGrpSpPr/>
          <p:nvPr>
            <p:custDataLst>
              <p:tags r:id="rId15"/>
            </p:custDataLst>
          </p:nvPr>
        </p:nvGrpSpPr>
        <p:grpSpPr>
          <a:xfrm>
            <a:off x="4856962" y="3591909"/>
            <a:ext cx="684000" cy="683895"/>
            <a:chOff x="2494238" y="1545926"/>
            <a:chExt cx="1170130" cy="1170130"/>
          </a:xfrm>
        </p:grpSpPr>
        <p:sp>
          <p:nvSpPr>
            <p:cNvPr id="24" name="椭圆 23"/>
            <p:cNvSpPr/>
            <p:nvPr>
              <p:custDataLst>
                <p:tags r:id="rId16"/>
              </p:custDataLst>
            </p:nvPr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>
              <p:custDataLst>
                <p:tags r:id="rId17"/>
              </p:custDataLst>
            </p:nvPr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PA_矩形 25"/>
          <p:cNvSpPr/>
          <p:nvPr>
            <p:custDataLst>
              <p:tags r:id="rId18"/>
            </p:custDataLst>
          </p:nvPr>
        </p:nvSpPr>
        <p:spPr>
          <a:xfrm>
            <a:off x="5644515" y="3677285"/>
            <a:ext cx="26879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实验室设备需求</a:t>
            </a:r>
            <a:r>
              <a:rPr lang="zh-CN" altLang="en-US" sz="20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</a:t>
            </a:r>
            <a:endParaRPr lang="zh-CN" altLang="en-US" sz="20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_任意多边形 71"/>
          <p:cNvSpPr>
            <a:spLocks noEditPoints="1"/>
          </p:cNvSpPr>
          <p:nvPr>
            <p:custDataLst>
              <p:tags r:id="rId19"/>
            </p:custDataLst>
          </p:nvPr>
        </p:nvSpPr>
        <p:spPr bwMode="auto">
          <a:xfrm>
            <a:off x="5068272" y="2058315"/>
            <a:ext cx="274208" cy="256540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pic>
        <p:nvPicPr>
          <p:cNvPr id="31" name="Picture 2" descr="F:\案例二\394\1.png"/>
          <p:cNvPicPr>
            <a:picLocks noChangeAspect="1" noChangeArrowheads="1"/>
          </p:cNvPicPr>
          <p:nvPr/>
        </p:nvPicPr>
        <p:blipFill rotWithShape="1">
          <a:blip r:embed="rId20" cstate="print"/>
          <a:srcRect l="-22180"/>
          <a:stretch>
            <a:fillRect/>
          </a:stretch>
        </p:blipFill>
        <p:spPr bwMode="auto">
          <a:xfrm rot="10800000" flipH="1">
            <a:off x="6876682" y="3624355"/>
            <a:ext cx="2267318" cy="1580922"/>
          </a:xfrm>
          <a:prstGeom prst="rect">
            <a:avLst/>
          </a:prstGeom>
          <a:noFill/>
          <a:effectLst>
            <a:outerShdw blurRad="342900" dist="139700" dir="13500000" sx="102000" sy="102000" algn="b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A_任意多边形 71"/>
          <p:cNvSpPr>
            <a:spLocks noEditPoints="1"/>
          </p:cNvSpPr>
          <p:nvPr>
            <p:custDataLst>
              <p:tags r:id="rId21"/>
            </p:custDataLst>
          </p:nvPr>
        </p:nvSpPr>
        <p:spPr bwMode="auto">
          <a:xfrm>
            <a:off x="5068272" y="1178482"/>
            <a:ext cx="274208" cy="256898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p>
            <a:endParaRPr lang="en-US"/>
          </a:p>
        </p:txBody>
      </p:sp>
      <p:sp>
        <p:nvSpPr>
          <p:cNvPr id="3" name="PA_任意多边形 71"/>
          <p:cNvSpPr>
            <a:spLocks noEditPoints="1"/>
          </p:cNvSpPr>
          <p:nvPr>
            <p:custDataLst>
              <p:tags r:id="rId22"/>
            </p:custDataLst>
          </p:nvPr>
        </p:nvSpPr>
        <p:spPr bwMode="auto">
          <a:xfrm>
            <a:off x="5068272" y="2937790"/>
            <a:ext cx="274208" cy="256540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5" name="PA_任意多边形 71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5068272" y="3817265"/>
            <a:ext cx="274208" cy="256540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4" grpId="0"/>
      <p:bldP spid="18" grpId="0"/>
      <p:bldP spid="22" grpId="0"/>
      <p:bldP spid="26" grpId="0"/>
      <p:bldP spid="28" grpId="0" bldLvl="0" animBg="1"/>
      <p:bldP spid="2" grpId="0" bldLvl="0" animBg="1"/>
      <p:bldP spid="3" grpId="0" bldLvl="0" animBg="1"/>
      <p:bldP spid="5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矩形 3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5" name="PA_图片 2" descr="F:\案例二\394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" cstate="print"/>
          <a:srcRect l="-20264"/>
          <a:stretch>
            <a:fillRect/>
          </a:stretch>
        </p:blipFill>
        <p:spPr bwMode="auto">
          <a:xfrm rot="21214532" flipH="1">
            <a:off x="-435985" y="-197304"/>
            <a:ext cx="2442770" cy="1580922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PA_组合 8"/>
          <p:cNvGrpSpPr/>
          <p:nvPr>
            <p:custDataLst>
              <p:tags r:id="rId4"/>
            </p:custDataLst>
          </p:nvPr>
        </p:nvGrpSpPr>
        <p:grpSpPr>
          <a:xfrm>
            <a:off x="273534" y="260272"/>
            <a:ext cx="598948" cy="598948"/>
            <a:chOff x="2494238" y="1545926"/>
            <a:chExt cx="1170130" cy="1170130"/>
          </a:xfrm>
        </p:grpSpPr>
        <p:sp>
          <p:nvSpPr>
            <p:cNvPr id="10" name="椭圆 9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5"/>
            </p:custDataLst>
          </p:nvPr>
        </p:nvSpPr>
        <p:spPr>
          <a:xfrm>
            <a:off x="964268" y="362324"/>
            <a:ext cx="3430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排配</a:t>
            </a:r>
            <a:endParaRPr lang="zh-CN" altLang="en-US" sz="24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A_图片 2" descr="F:\案例二\394\1.png"/>
          <p:cNvPicPr preferRelativeResize="0">
            <a:picLocks noChangeArrowheads="1"/>
          </p:cNvPicPr>
          <p:nvPr>
            <p:custDataLst>
              <p:tags r:id="rId6"/>
            </p:custDataLst>
          </p:nvPr>
        </p:nvPicPr>
        <p:blipFill rotWithShape="1">
          <a:blip r:embed="rId7" cstate="print"/>
          <a:srcRect/>
          <a:stretch>
            <a:fillRect/>
          </a:stretch>
        </p:blipFill>
        <p:spPr bwMode="auto">
          <a:xfrm>
            <a:off x="0" y="5107500"/>
            <a:ext cx="9144000" cy="54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A_图片 4" descr="G:\稻壳儿\5\miracomunicazione\shadow3.pn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 flipV="1">
            <a:off x="0" y="4733924"/>
            <a:ext cx="9144000" cy="3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PA_任意多边形 7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64420" y="458013"/>
            <a:ext cx="217173" cy="203464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38" name="PA_椭圆 37"/>
          <p:cNvSpPr/>
          <p:nvPr>
            <p:custDataLst>
              <p:tags r:id="rId11"/>
            </p:custDataLst>
          </p:nvPr>
        </p:nvSpPr>
        <p:spPr>
          <a:xfrm>
            <a:off x="114057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PA_椭圆 38"/>
          <p:cNvSpPr/>
          <p:nvPr>
            <p:custDataLst>
              <p:tags r:id="rId12"/>
            </p:custDataLst>
          </p:nvPr>
        </p:nvSpPr>
        <p:spPr>
          <a:xfrm>
            <a:off x="3151202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PA_椭圆 39"/>
          <p:cNvSpPr/>
          <p:nvPr>
            <p:custDataLst>
              <p:tags r:id="rId13"/>
            </p:custDataLst>
          </p:nvPr>
        </p:nvSpPr>
        <p:spPr>
          <a:xfrm>
            <a:off x="5161829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PA_椭圆 40"/>
          <p:cNvSpPr/>
          <p:nvPr>
            <p:custDataLst>
              <p:tags r:id="rId14"/>
            </p:custDataLst>
          </p:nvPr>
        </p:nvSpPr>
        <p:spPr>
          <a:xfrm>
            <a:off x="717245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PA_TextPlaceholder 32"/>
          <p:cNvSpPr txBox="1"/>
          <p:nvPr>
            <p:custDataLst>
              <p:tags r:id="rId15"/>
            </p:custDataLst>
          </p:nvPr>
        </p:nvSpPr>
        <p:spPr>
          <a:xfrm>
            <a:off x="825500" y="3209925"/>
            <a:ext cx="1545590" cy="8705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负责关键器件选型验证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测试（电池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 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PMU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CHARGER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GAUGE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等）及协助硬件开发进行主板底层测试（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PI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SI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等）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7" name="PA_TextPlaceholder 33"/>
          <p:cNvSpPr txBox="1"/>
          <p:nvPr>
            <p:custDataLst>
              <p:tags r:id="rId16"/>
            </p:custDataLst>
          </p:nvPr>
        </p:nvSpPr>
        <p:spPr>
          <a:xfrm>
            <a:off x="825188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48" name="PA_TextPlaceholder 32"/>
          <p:cNvSpPr txBox="1"/>
          <p:nvPr>
            <p:custDataLst>
              <p:tags r:id="rId17"/>
            </p:custDataLst>
          </p:nvPr>
        </p:nvSpPr>
        <p:spPr>
          <a:xfrm>
            <a:off x="2833370" y="3209925"/>
            <a:ext cx="1545590" cy="8756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负责整机功能性能测试及可靠性测试，跟进外发测试（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ESD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EMI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及各种认证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测试）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9" name="PA_TextPlaceholder 33"/>
          <p:cNvSpPr txBox="1"/>
          <p:nvPr>
            <p:custDataLst>
              <p:tags r:id="rId18"/>
            </p:custDataLst>
          </p:nvPr>
        </p:nvSpPr>
        <p:spPr>
          <a:xfrm>
            <a:off x="2833607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A2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50" name="PA_TextPlaceholder 32"/>
          <p:cNvSpPr txBox="1"/>
          <p:nvPr>
            <p:custDataLst>
              <p:tags r:id="rId19"/>
            </p:custDataLst>
          </p:nvPr>
        </p:nvSpPr>
        <p:spPr>
          <a:xfrm>
            <a:off x="4850130" y="3209925"/>
            <a:ext cx="1545590" cy="7651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262626"/>
                </a:solidFill>
                <a:latin typeface="+mn-lt"/>
                <a:cs typeface="Roboto light"/>
              </a:rPr>
              <a:t>负责嵌入式软件测试（软件功能及稳定性，程序逻辑</a:t>
            </a:r>
            <a:r>
              <a:rPr lang="zh-CN" altLang="en-US" sz="1000" dirty="0">
                <a:solidFill>
                  <a:srgbClr val="262626"/>
                </a:solidFill>
                <a:latin typeface="+mn-lt"/>
                <a:cs typeface="Roboto light"/>
              </a:rPr>
              <a:t>测试）</a:t>
            </a:r>
            <a:endParaRPr lang="zh-CN" altLang="en-US" sz="1000" dirty="0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52" name="PA_TextPlaceholder 33"/>
          <p:cNvSpPr txBox="1"/>
          <p:nvPr>
            <p:custDataLst>
              <p:tags r:id="rId20"/>
            </p:custDataLst>
          </p:nvPr>
        </p:nvSpPr>
        <p:spPr>
          <a:xfrm>
            <a:off x="4849964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软件测试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B1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2" name="PA_TextPlaceholder 32"/>
          <p:cNvSpPr txBox="1"/>
          <p:nvPr>
            <p:custDataLst>
              <p:tags r:id="rId21"/>
            </p:custDataLst>
          </p:nvPr>
        </p:nvSpPr>
        <p:spPr>
          <a:xfrm>
            <a:off x="6858383" y="3209906"/>
            <a:ext cx="1545494" cy="10325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负责调测产线治具及上位机调试，考虑是否与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NPI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职能为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一体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63" name="PA_TextPlaceholder 33"/>
          <p:cNvSpPr txBox="1"/>
          <p:nvPr>
            <p:custDataLst>
              <p:tags r:id="rId22"/>
            </p:custDataLst>
          </p:nvPr>
        </p:nvSpPr>
        <p:spPr>
          <a:xfrm>
            <a:off x="6858383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硬件产线测试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C1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5" name="PA_任意多边形 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42722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PA_任意多边形 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43953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" name="PA_任意多边形 7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45185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PA_任意多边形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46416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" name="PA_TextPlaceholder 32"/>
          <p:cNvSpPr txBox="1"/>
          <p:nvPr>
            <p:custDataLst>
              <p:tags r:id="rId27"/>
            </p:custDataLst>
          </p:nvPr>
        </p:nvSpPr>
        <p:spPr>
          <a:xfrm>
            <a:off x="681355" y="4306570"/>
            <a:ext cx="4902835" cy="42735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AU" sz="1200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测试人员招聘需求：硬件测试*2，嵌入式软件测试*1，产线测试/NPI*1</a:t>
            </a:r>
            <a:endParaRPr lang="zh-CN" altLang="en-AU" sz="1200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4" grpId="0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 autoUpdateAnimBg="0"/>
      <p:bldP spid="41" grpId="0" bldLvl="0" animBg="1" autoUpdateAnimBg="0"/>
      <p:bldP spid="42" grpId="0" animBg="1" autoUpdateAnimBg="0"/>
      <p:bldP spid="47" grpId="0"/>
      <p:bldP spid="48" grpId="0"/>
      <p:bldP spid="49" grpId="0"/>
      <p:bldP spid="50" grpId="0"/>
      <p:bldP spid="52" grpId="0"/>
      <p:bldP spid="62" grpId="0"/>
      <p:bldP spid="63" grpId="0"/>
      <p:bldP spid="65" grpId="0" bldLvl="0" animBg="1"/>
      <p:bldP spid="2" grpId="0" bldLvl="0" animBg="1"/>
      <p:bldP spid="3" grpId="0" bldLvl="0" animBg="1"/>
      <p:bldP spid="6" grpId="0" bldLvl="0" animBg="1"/>
      <p:bldP spid="7" grpId="0" animBg="1" autoUpdateAnimBg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3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4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5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6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7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8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9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0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1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12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13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4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5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16.xml><?xml version="1.0" encoding="utf-8"?>
<p:tagLst xmlns:p="http://schemas.openxmlformats.org/presentationml/2006/main">
  <p:tag name="KSO_WM_DIAGRAM_VIRTUALLY_FRAME" val="{&quot;height&quot;:272.47133858267716,&quot;left&quot;:382.4379527559055,&quot;top&quot;:66.7692125984252,&quot;width&quot;:296.3998425196851}"/>
</p:tagLst>
</file>

<file path=ppt/tags/tag17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8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19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20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21.xml><?xml version="1.0" encoding="utf-8"?>
<p:tagLst xmlns:p="http://schemas.openxmlformats.org/presentationml/2006/main">
  <p:tag name="PA" val="v3.0.1"/>
  <p:tag name="KSO_WM_DIAGRAM_VIRTUALLY_FRAME" val="{&quot;height&quot;:272.47133858267716,&quot;left&quot;:382.4379527559055,&quot;top&quot;:66.7692125984252,&quot;width&quot;:296.3998425196851}"/>
</p:tagLst>
</file>

<file path=ppt/tags/tag22.xml><?xml version="1.0" encoding="utf-8"?>
<p:tagLst xmlns:p="http://schemas.openxmlformats.org/presentationml/2006/main">
  <p:tag name="PA" val="v3.0.1"/>
</p:tagLst>
</file>

<file path=ppt/tags/tag23.xml><?xml version="1.0" encoding="utf-8"?>
<p:tagLst xmlns:p="http://schemas.openxmlformats.org/presentationml/2006/main">
  <p:tag name="PA" val="v3.0.1"/>
</p:tagLst>
</file>

<file path=ppt/tags/tag24.xml><?xml version="1.0" encoding="utf-8"?>
<p:tagLst xmlns:p="http://schemas.openxmlformats.org/presentationml/2006/main">
  <p:tag name="PA" val="v3.0.1"/>
</p:tagLst>
</file>

<file path=ppt/tags/tag25.xml><?xml version="1.0" encoding="utf-8"?>
<p:tagLst xmlns:p="http://schemas.openxmlformats.org/presentationml/2006/main">
  <p:tag name="PA" val="v3.0.1"/>
</p:tagLst>
</file>

<file path=ppt/tags/tag26.xml><?xml version="1.0" encoding="utf-8"?>
<p:tagLst xmlns:p="http://schemas.openxmlformats.org/presentationml/2006/main">
  <p:tag name="PA" val="v3.0.1"/>
</p:tagLst>
</file>

<file path=ppt/tags/tag27.xml><?xml version="1.0" encoding="utf-8"?>
<p:tagLst xmlns:p="http://schemas.openxmlformats.org/presentationml/2006/main">
  <p:tag name="PA" val="v3.0.1"/>
</p:tagLst>
</file>

<file path=ppt/tags/tag28.xml><?xml version="1.0" encoding="utf-8"?>
<p:tagLst xmlns:p="http://schemas.openxmlformats.org/presentationml/2006/main">
  <p:tag name="PA" val="v3.0.1"/>
</p:tagLst>
</file>

<file path=ppt/tags/tag2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6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7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3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4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WPS 演示</Application>
  <PresentationFormat>全屏显示(16:9)</PresentationFormat>
  <Paragraphs>30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Open Sans Light</vt:lpstr>
      <vt:lpstr>Times New Roman</vt:lpstr>
      <vt:lpstr>Neris Thin</vt:lpstr>
      <vt:lpstr>Segoe Print</vt:lpstr>
      <vt:lpstr>Roboto light</vt:lpstr>
      <vt:lpstr>Roboto medium</vt:lpstr>
      <vt:lpstr>Calibri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我是个胖子</cp:lastModifiedBy>
  <cp:revision>72</cp:revision>
  <dcterms:created xsi:type="dcterms:W3CDTF">2015-05-05T08:02:00Z</dcterms:created>
  <dcterms:modified xsi:type="dcterms:W3CDTF">2026-05-07T02:03:27Z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F197F4D93E264962B9A51D2742F5F1F6_12</vt:lpwstr>
  </property>
</Properties>
</file>